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6"/>
  </p:notesMasterIdLst>
  <p:sldIdLst>
    <p:sldId id="256" r:id="rId5"/>
    <p:sldId id="297" r:id="rId6"/>
    <p:sldId id="304" r:id="rId7"/>
    <p:sldId id="305" r:id="rId8"/>
    <p:sldId id="307" r:id="rId9"/>
    <p:sldId id="302" r:id="rId10"/>
    <p:sldId id="300" r:id="rId11"/>
    <p:sldId id="301" r:id="rId12"/>
    <p:sldId id="299" r:id="rId13"/>
    <p:sldId id="298" r:id="rId14"/>
    <p:sldId id="303" r:id="rId15"/>
  </p:sldIdLst>
  <p:sldSz cx="18288000" cy="10287000"/>
  <p:notesSz cx="6858000" cy="9144000"/>
  <p:embeddedFontLst>
    <p:embeddedFont>
      <p:font typeface="Avenir" panose="020B0503020203020204" pitchFamily="34" charset="0"/>
      <p:regular r:id="rId17"/>
      <p:italic r:id="rId18"/>
    </p:embeddedFont>
    <p:embeddedFont>
      <p:font typeface="Canva Sans" panose="020B0604020202020204" charset="0"/>
      <p:regular r:id="rId19"/>
    </p:embeddedFont>
    <p:embeddedFont>
      <p:font typeface="Mont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467557-015A-4ABD-90E7-FE2DE14D3B4D}" v="86" dt="2026-10-05T10:05:08.090"/>
    <p1510:client id="{985EBDDD-6D10-4182-A94C-738D83172E5A}" v="1" dt="2026-10-05T09:12:20.3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300" y="4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2.fntdata"/><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Webb" userId="93802c81-b23c-4bc9-9dd2-fc02c4ab6952" providerId="ADAL" clId="{A6830C6A-6058-454F-ACD9-5ABA2F6D64E5}"/>
    <pc:docChg chg="modSld">
      <pc:chgData name="Kate Webb" userId="93802c81-b23c-4bc9-9dd2-fc02c4ab6952" providerId="ADAL" clId="{A6830C6A-6058-454F-ACD9-5ABA2F6D64E5}" dt="2026-10-05T09:12:20.376" v="0"/>
      <pc:docMkLst>
        <pc:docMk/>
      </pc:docMkLst>
      <pc:sldChg chg="modSp">
        <pc:chgData name="Kate Webb" userId="93802c81-b23c-4bc9-9dd2-fc02c4ab6952" providerId="ADAL" clId="{A6830C6A-6058-454F-ACD9-5ABA2F6D64E5}" dt="2026-10-05T09:12:20.376" v="0"/>
        <pc:sldMkLst>
          <pc:docMk/>
          <pc:sldMk cId="3700150121" sldId="303"/>
        </pc:sldMkLst>
        <pc:spChg chg="mod">
          <ac:chgData name="Kate Webb" userId="93802c81-b23c-4bc9-9dd2-fc02c4ab6952" providerId="ADAL" clId="{A6830C6A-6058-454F-ACD9-5ABA2F6D64E5}" dt="2026-10-05T09:12:20.376" v="0"/>
          <ac:spMkLst>
            <pc:docMk/>
            <pc:sldMk cId="3700150121" sldId="303"/>
            <ac:spMk id="3" creationId="{15653E5A-A878-9339-8C08-D5503D0316C2}"/>
          </ac:spMkLst>
        </pc:spChg>
      </pc:sldChg>
    </pc:docChg>
  </pc:docChgLst>
  <pc:docChgLst>
    <pc:chgData name="Kate Webb" userId="93802c81-b23c-4bc9-9dd2-fc02c4ab6952" providerId="ADAL" clId="{F176375C-DEBA-4866-A8F4-EACCC276DB9A}"/>
    <pc:docChg chg="undo custSel addSld delSld modSld sldOrd">
      <pc:chgData name="Kate Webb" userId="93802c81-b23c-4bc9-9dd2-fc02c4ab6952" providerId="ADAL" clId="{F176375C-DEBA-4866-A8F4-EACCC276DB9A}" dt="2026-10-05T10:05:08.090" v="86" actId="26606"/>
      <pc:docMkLst>
        <pc:docMk/>
      </pc:docMkLst>
      <pc:sldChg chg="addSp delSp modSp mod">
        <pc:chgData name="Kate Webb" userId="93802c81-b23c-4bc9-9dd2-fc02c4ab6952" providerId="ADAL" clId="{F176375C-DEBA-4866-A8F4-EACCC276DB9A}" dt="2026-10-05T09:49:22.800" v="30" actId="26606"/>
        <pc:sldMkLst>
          <pc:docMk/>
          <pc:sldMk cId="1420002753" sldId="298"/>
        </pc:sldMkLst>
        <pc:spChg chg="del">
          <ac:chgData name="Kate Webb" userId="93802c81-b23c-4bc9-9dd2-fc02c4ab6952" providerId="ADAL" clId="{F176375C-DEBA-4866-A8F4-EACCC276DB9A}" dt="2026-10-05T09:46:41.223" v="27" actId="26606"/>
          <ac:spMkLst>
            <pc:docMk/>
            <pc:sldMk cId="1420002753" sldId="298"/>
            <ac:spMk id="24" creationId="{FB5B0058-AF13-4859-B429-4EDDE2A26F7F}"/>
          </ac:spMkLst>
        </pc:spChg>
        <pc:spChg chg="del">
          <ac:chgData name="Kate Webb" userId="93802c81-b23c-4bc9-9dd2-fc02c4ab6952" providerId="ADAL" clId="{F176375C-DEBA-4866-A8F4-EACCC276DB9A}" dt="2026-10-05T09:46:41.223" v="27" actId="26606"/>
          <ac:spMkLst>
            <pc:docMk/>
            <pc:sldMk cId="1420002753" sldId="298"/>
            <ac:spMk id="26" creationId="{1A89CBBC-7743-43D9-A324-25CB472E9B2E}"/>
          </ac:spMkLst>
        </pc:spChg>
        <pc:spChg chg="add del">
          <ac:chgData name="Kate Webb" userId="93802c81-b23c-4bc9-9dd2-fc02c4ab6952" providerId="ADAL" clId="{F176375C-DEBA-4866-A8F4-EACCC276DB9A}" dt="2026-10-05T09:49:22.800" v="30" actId="26606"/>
          <ac:spMkLst>
            <pc:docMk/>
            <pc:sldMk cId="1420002753" sldId="298"/>
            <ac:spMk id="31" creationId="{FB5B0058-AF13-4859-B429-4EDDE2A26F7F}"/>
          </ac:spMkLst>
        </pc:spChg>
        <pc:spChg chg="add del">
          <ac:chgData name="Kate Webb" userId="93802c81-b23c-4bc9-9dd2-fc02c4ab6952" providerId="ADAL" clId="{F176375C-DEBA-4866-A8F4-EACCC276DB9A}" dt="2026-10-05T09:49:22.800" v="30" actId="26606"/>
          <ac:spMkLst>
            <pc:docMk/>
            <pc:sldMk cId="1420002753" sldId="298"/>
            <ac:spMk id="33" creationId="{1A89CBBC-7743-43D9-A324-25CB472E9B2E}"/>
          </ac:spMkLst>
        </pc:spChg>
        <pc:spChg chg="add">
          <ac:chgData name="Kate Webb" userId="93802c81-b23c-4bc9-9dd2-fc02c4ab6952" providerId="ADAL" clId="{F176375C-DEBA-4866-A8F4-EACCC276DB9A}" dt="2026-10-05T09:49:22.800" v="30" actId="26606"/>
          <ac:spMkLst>
            <pc:docMk/>
            <pc:sldMk cId="1420002753" sldId="298"/>
            <ac:spMk id="38" creationId="{FB5B0058-AF13-4859-B429-4EDDE2A26F7F}"/>
          </ac:spMkLst>
        </pc:spChg>
        <pc:spChg chg="add">
          <ac:chgData name="Kate Webb" userId="93802c81-b23c-4bc9-9dd2-fc02c4ab6952" providerId="ADAL" clId="{F176375C-DEBA-4866-A8F4-EACCC276DB9A}" dt="2026-10-05T09:49:22.800" v="30" actId="26606"/>
          <ac:spMkLst>
            <pc:docMk/>
            <pc:sldMk cId="1420002753" sldId="298"/>
            <ac:spMk id="40" creationId="{1A89CBBC-7743-43D9-A324-25CB472E9B2E}"/>
          </ac:spMkLst>
        </pc:spChg>
        <pc:picChg chg="add del mod">
          <ac:chgData name="Kate Webb" userId="93802c81-b23c-4bc9-9dd2-fc02c4ab6952" providerId="ADAL" clId="{F176375C-DEBA-4866-A8F4-EACCC276DB9A}" dt="2026-10-05T09:49:05.417" v="28" actId="478"/>
          <ac:picMkLst>
            <pc:docMk/>
            <pc:sldMk cId="1420002753" sldId="298"/>
            <ac:picMk id="4" creationId="{075371FC-6C3B-12FD-04A8-2BB910916FC4}"/>
          </ac:picMkLst>
        </pc:picChg>
        <pc:picChg chg="del">
          <ac:chgData name="Kate Webb" userId="93802c81-b23c-4bc9-9dd2-fc02c4ab6952" providerId="ADAL" clId="{F176375C-DEBA-4866-A8F4-EACCC276DB9A}" dt="2026-10-05T09:46:15.587" v="25" actId="478"/>
          <ac:picMkLst>
            <pc:docMk/>
            <pc:sldMk cId="1420002753" sldId="298"/>
            <ac:picMk id="5" creationId="{264F025F-E85B-F798-AA09-4E3090386063}"/>
          </ac:picMkLst>
        </pc:picChg>
        <pc:picChg chg="add mod">
          <ac:chgData name="Kate Webb" userId="93802c81-b23c-4bc9-9dd2-fc02c4ab6952" providerId="ADAL" clId="{F176375C-DEBA-4866-A8F4-EACCC276DB9A}" dt="2026-10-05T09:49:22.800" v="30" actId="26606"/>
          <ac:picMkLst>
            <pc:docMk/>
            <pc:sldMk cId="1420002753" sldId="298"/>
            <ac:picMk id="7" creationId="{362FD799-16C8-0C2B-00CC-26A2DCFC7CD7}"/>
          </ac:picMkLst>
        </pc:picChg>
      </pc:sldChg>
      <pc:sldChg chg="addSp delSp modSp mod">
        <pc:chgData name="Kate Webb" userId="93802c81-b23c-4bc9-9dd2-fc02c4ab6952" providerId="ADAL" clId="{F176375C-DEBA-4866-A8F4-EACCC276DB9A}" dt="2026-10-05T10:05:08.090" v="86" actId="26606"/>
        <pc:sldMkLst>
          <pc:docMk/>
          <pc:sldMk cId="3882685597" sldId="299"/>
        </pc:sldMkLst>
        <pc:spChg chg="mod">
          <ac:chgData name="Kate Webb" userId="93802c81-b23c-4bc9-9dd2-fc02c4ab6952" providerId="ADAL" clId="{F176375C-DEBA-4866-A8F4-EACCC276DB9A}" dt="2026-10-05T10:05:08.090" v="86" actId="26606"/>
          <ac:spMkLst>
            <pc:docMk/>
            <pc:sldMk cId="3882685597" sldId="299"/>
            <ac:spMk id="8" creationId="{8B1DAABF-1366-9705-D361-0305824A9D10}"/>
          </ac:spMkLst>
        </pc:spChg>
        <pc:spChg chg="mod">
          <ac:chgData name="Kate Webb" userId="93802c81-b23c-4bc9-9dd2-fc02c4ab6952" providerId="ADAL" clId="{F176375C-DEBA-4866-A8F4-EACCC276DB9A}" dt="2026-10-05T10:05:08.090" v="86" actId="26606"/>
          <ac:spMkLst>
            <pc:docMk/>
            <pc:sldMk cId="3882685597" sldId="299"/>
            <ac:spMk id="9" creationId="{1E7616FA-2A9B-47B6-287D-07B8D5D7CA09}"/>
          </ac:spMkLst>
        </pc:spChg>
        <pc:spChg chg="del">
          <ac:chgData name="Kate Webb" userId="93802c81-b23c-4bc9-9dd2-fc02c4ab6952" providerId="ADAL" clId="{F176375C-DEBA-4866-A8F4-EACCC276DB9A}" dt="2026-10-05T10:05:08.090" v="86" actId="26606"/>
          <ac:spMkLst>
            <pc:docMk/>
            <pc:sldMk cId="3882685597" sldId="299"/>
            <ac:spMk id="17" creationId="{A7AE9375-4664-4DB2-922D-2782A6E439AC}"/>
          </ac:spMkLst>
        </pc:spChg>
        <pc:spChg chg="del">
          <ac:chgData name="Kate Webb" userId="93802c81-b23c-4bc9-9dd2-fc02c4ab6952" providerId="ADAL" clId="{F176375C-DEBA-4866-A8F4-EACCC276DB9A}" dt="2026-10-05T10:05:08.090" v="86" actId="26606"/>
          <ac:spMkLst>
            <pc:docMk/>
            <pc:sldMk cId="3882685597" sldId="299"/>
            <ac:spMk id="21" creationId="{C87417AF-190E-4D6E-AFA6-7D3E84B0B430}"/>
          </ac:spMkLst>
        </pc:spChg>
        <pc:spChg chg="del">
          <ac:chgData name="Kate Webb" userId="93802c81-b23c-4bc9-9dd2-fc02c4ab6952" providerId="ADAL" clId="{F176375C-DEBA-4866-A8F4-EACCC276DB9A}" dt="2026-10-05T10:05:08.090" v="86" actId="26606"/>
          <ac:spMkLst>
            <pc:docMk/>
            <pc:sldMk cId="3882685597" sldId="299"/>
            <ac:spMk id="23" creationId="{80B30ED8-273E-4C07-8568-2FE5CC5C483D}"/>
          </ac:spMkLst>
        </pc:spChg>
        <pc:spChg chg="add">
          <ac:chgData name="Kate Webb" userId="93802c81-b23c-4bc9-9dd2-fc02c4ab6952" providerId="ADAL" clId="{F176375C-DEBA-4866-A8F4-EACCC276DB9A}" dt="2026-10-05T10:05:08.090" v="86" actId="26606"/>
          <ac:spMkLst>
            <pc:docMk/>
            <pc:sldMk cId="3882685597" sldId="299"/>
            <ac:spMk id="28" creationId="{E8A8EAB8-D2FF-444D-B34B-7D32F106AD0E}"/>
          </ac:spMkLst>
        </pc:spChg>
        <pc:grpChg chg="del">
          <ac:chgData name="Kate Webb" userId="93802c81-b23c-4bc9-9dd2-fc02c4ab6952" providerId="ADAL" clId="{F176375C-DEBA-4866-A8F4-EACCC276DB9A}" dt="2026-10-05T10:03:51.166" v="81" actId="478"/>
          <ac:grpSpMkLst>
            <pc:docMk/>
            <pc:sldMk cId="3882685597" sldId="299"/>
            <ac:grpSpMk id="2" creationId="{030043B0-2492-E2C7-69B7-F688A08D38EC}"/>
          </ac:grpSpMkLst>
        </pc:grpChg>
        <pc:picChg chg="mod">
          <ac:chgData name="Kate Webb" userId="93802c81-b23c-4bc9-9dd2-fc02c4ab6952" providerId="ADAL" clId="{F176375C-DEBA-4866-A8F4-EACCC276DB9A}" dt="2026-10-05T10:05:08.090" v="86" actId="26606"/>
          <ac:picMkLst>
            <pc:docMk/>
            <pc:sldMk cId="3882685597" sldId="299"/>
            <ac:picMk id="12" creationId="{70B0D782-80D5-C8D2-6157-8DAEE9DA83FC}"/>
          </ac:picMkLst>
        </pc:picChg>
        <pc:cxnChg chg="del">
          <ac:chgData name="Kate Webb" userId="93802c81-b23c-4bc9-9dd2-fc02c4ab6952" providerId="ADAL" clId="{F176375C-DEBA-4866-A8F4-EACCC276DB9A}" dt="2026-10-05T10:05:08.090" v="86" actId="26606"/>
          <ac:cxnSpMkLst>
            <pc:docMk/>
            <pc:sldMk cId="3882685597" sldId="299"/>
            <ac:cxnSpMk id="19" creationId="{EE504C98-6397-41C1-A8D8-2D9C4ED307E0}"/>
          </ac:cxnSpMkLst>
        </pc:cxnChg>
        <pc:cxnChg chg="add">
          <ac:chgData name="Kate Webb" userId="93802c81-b23c-4bc9-9dd2-fc02c4ab6952" providerId="ADAL" clId="{F176375C-DEBA-4866-A8F4-EACCC276DB9A}" dt="2026-10-05T10:05:08.090" v="86" actId="26606"/>
          <ac:cxnSpMkLst>
            <pc:docMk/>
            <pc:sldMk cId="3882685597" sldId="299"/>
            <ac:cxnSpMk id="30" creationId="{EEA38897-7BA3-4408-8083-3235339C4A60}"/>
          </ac:cxnSpMkLst>
        </pc:cxnChg>
        <pc:cxnChg chg="add">
          <ac:chgData name="Kate Webb" userId="93802c81-b23c-4bc9-9dd2-fc02c4ab6952" providerId="ADAL" clId="{F176375C-DEBA-4866-A8F4-EACCC276DB9A}" dt="2026-10-05T10:05:08.090" v="86" actId="26606"/>
          <ac:cxnSpMkLst>
            <pc:docMk/>
            <pc:sldMk cId="3882685597" sldId="299"/>
            <ac:cxnSpMk id="32" creationId="{F11AD06B-AB20-4097-8606-5DA00DBACE88}"/>
          </ac:cxnSpMkLst>
        </pc:cxnChg>
      </pc:sldChg>
      <pc:sldChg chg="addSp delSp modSp mod">
        <pc:chgData name="Kate Webb" userId="93802c81-b23c-4bc9-9dd2-fc02c4ab6952" providerId="ADAL" clId="{F176375C-DEBA-4866-A8F4-EACCC276DB9A}" dt="2026-10-05T09:33:00.693" v="24" actId="255"/>
        <pc:sldMkLst>
          <pc:docMk/>
          <pc:sldMk cId="1490315562" sldId="300"/>
        </pc:sldMkLst>
        <pc:spChg chg="mod ord">
          <ac:chgData name="Kate Webb" userId="93802c81-b23c-4bc9-9dd2-fc02c4ab6952" providerId="ADAL" clId="{F176375C-DEBA-4866-A8F4-EACCC276DB9A}" dt="2026-10-05T09:33:00.693" v="24" actId="255"/>
          <ac:spMkLst>
            <pc:docMk/>
            <pc:sldMk cId="1490315562" sldId="300"/>
            <ac:spMk id="5" creationId="{38815B73-9900-6E45-47A4-DA433D8F0EEE}"/>
          </ac:spMkLst>
        </pc:spChg>
        <pc:spChg chg="del">
          <ac:chgData name="Kate Webb" userId="93802c81-b23c-4bc9-9dd2-fc02c4ab6952" providerId="ADAL" clId="{F176375C-DEBA-4866-A8F4-EACCC276DB9A}" dt="2026-10-05T09:32:22.794" v="20" actId="26606"/>
          <ac:spMkLst>
            <pc:docMk/>
            <pc:sldMk cId="1490315562" sldId="300"/>
            <ac:spMk id="14" creationId="{9C4753F2-FDEC-DE6D-916F-E033FAAAB814}"/>
          </ac:spMkLst>
        </pc:spChg>
        <pc:spChg chg="add">
          <ac:chgData name="Kate Webb" userId="93802c81-b23c-4bc9-9dd2-fc02c4ab6952" providerId="ADAL" clId="{F176375C-DEBA-4866-A8F4-EACCC276DB9A}" dt="2026-10-05T09:32:22.794" v="20" actId="26606"/>
          <ac:spMkLst>
            <pc:docMk/>
            <pc:sldMk cId="1490315562" sldId="300"/>
            <ac:spMk id="35" creationId="{08373A3F-54E0-424E-A84D-3522122109F4}"/>
          </ac:spMkLst>
        </pc:spChg>
        <pc:grpChg chg="del">
          <ac:chgData name="Kate Webb" userId="93802c81-b23c-4bc9-9dd2-fc02c4ab6952" providerId="ADAL" clId="{F176375C-DEBA-4866-A8F4-EACCC276DB9A}" dt="2026-10-05T09:32:22.794" v="20" actId="26606"/>
          <ac:grpSpMkLst>
            <pc:docMk/>
            <pc:sldMk cId="1490315562" sldId="300"/>
            <ac:grpSpMk id="16" creationId="{97AC7A0D-E9AC-868E-BDE6-FF5EF64372EC}"/>
          </ac:grpSpMkLst>
        </pc:grpChg>
        <pc:grpChg chg="del">
          <ac:chgData name="Kate Webb" userId="93802c81-b23c-4bc9-9dd2-fc02c4ab6952" providerId="ADAL" clId="{F176375C-DEBA-4866-A8F4-EACCC276DB9A}" dt="2026-10-05T09:32:22.794" v="20" actId="26606"/>
          <ac:grpSpMkLst>
            <pc:docMk/>
            <pc:sldMk cId="1490315562" sldId="300"/>
            <ac:grpSpMk id="20" creationId="{9505A848-09F5-31E5-9689-F6A84A1B3BF3}"/>
          </ac:grpSpMkLst>
        </pc:grpChg>
        <pc:grpChg chg="del">
          <ac:chgData name="Kate Webb" userId="93802c81-b23c-4bc9-9dd2-fc02c4ab6952" providerId="ADAL" clId="{F176375C-DEBA-4866-A8F4-EACCC276DB9A}" dt="2026-10-05T09:32:22.794" v="20" actId="26606"/>
          <ac:grpSpMkLst>
            <pc:docMk/>
            <pc:sldMk cId="1490315562" sldId="300"/>
            <ac:grpSpMk id="24" creationId="{C4D2B746-8432-6243-D44F-A7103AE67E0D}"/>
          </ac:grpSpMkLst>
        </pc:grpChg>
        <pc:grpChg chg="del">
          <ac:chgData name="Kate Webb" userId="93802c81-b23c-4bc9-9dd2-fc02c4ab6952" providerId="ADAL" clId="{F176375C-DEBA-4866-A8F4-EACCC276DB9A}" dt="2026-10-05T09:32:22.794" v="20" actId="26606"/>
          <ac:grpSpMkLst>
            <pc:docMk/>
            <pc:sldMk cId="1490315562" sldId="300"/>
            <ac:grpSpMk id="28" creationId="{E9830B4A-05B5-BAB1-5355-1CDB0361C129}"/>
          </ac:grpSpMkLst>
        </pc:grpChg>
        <pc:grpChg chg="add">
          <ac:chgData name="Kate Webb" userId="93802c81-b23c-4bc9-9dd2-fc02c4ab6952" providerId="ADAL" clId="{F176375C-DEBA-4866-A8F4-EACCC276DB9A}" dt="2026-10-05T09:32:22.794" v="20" actId="26606"/>
          <ac:grpSpMkLst>
            <pc:docMk/>
            <pc:sldMk cId="1490315562" sldId="300"/>
            <ac:grpSpMk id="45" creationId="{C9829185-6353-4E3C-B082-AA7F5193916F}"/>
          </ac:grpSpMkLst>
        </pc:grpChg>
        <pc:picChg chg="add del mod">
          <ac:chgData name="Kate Webb" userId="93802c81-b23c-4bc9-9dd2-fc02c4ab6952" providerId="ADAL" clId="{F176375C-DEBA-4866-A8F4-EACCC276DB9A}" dt="2026-10-05T09:32:22.794" v="20" actId="26606"/>
          <ac:picMkLst>
            <pc:docMk/>
            <pc:sldMk cId="1490315562" sldId="300"/>
            <ac:picMk id="4" creationId="{C850BAEC-C813-1D58-B987-A5FA39D1FD82}"/>
          </ac:picMkLst>
        </pc:picChg>
        <pc:picChg chg="add del mod ord">
          <ac:chgData name="Kate Webb" userId="93802c81-b23c-4bc9-9dd2-fc02c4ab6952" providerId="ADAL" clId="{F176375C-DEBA-4866-A8F4-EACCC276DB9A}" dt="2026-10-05T09:32:22.794" v="20" actId="26606"/>
          <ac:picMkLst>
            <pc:docMk/>
            <pc:sldMk cId="1490315562" sldId="300"/>
            <ac:picMk id="7" creationId="{1A79FA50-0CC6-AE9D-A501-E07B808203B0}"/>
          </ac:picMkLst>
        </pc:picChg>
      </pc:sldChg>
      <pc:sldChg chg="addSp delSp modSp mod">
        <pc:chgData name="Kate Webb" userId="93802c81-b23c-4bc9-9dd2-fc02c4ab6952" providerId="ADAL" clId="{F176375C-DEBA-4866-A8F4-EACCC276DB9A}" dt="2026-10-05T10:01:51.616" v="80" actId="20577"/>
        <pc:sldMkLst>
          <pc:docMk/>
          <pc:sldMk cId="361312443" sldId="301"/>
        </pc:sldMkLst>
        <pc:spChg chg="mod">
          <ac:chgData name="Kate Webb" userId="93802c81-b23c-4bc9-9dd2-fc02c4ab6952" providerId="ADAL" clId="{F176375C-DEBA-4866-A8F4-EACCC276DB9A}" dt="2026-10-05T10:01:34.311" v="69" actId="20577"/>
          <ac:spMkLst>
            <pc:docMk/>
            <pc:sldMk cId="361312443" sldId="301"/>
            <ac:spMk id="8" creationId="{97C00B20-6098-C394-8C79-7BD024318FA8}"/>
          </ac:spMkLst>
        </pc:spChg>
        <pc:spChg chg="mod ord">
          <ac:chgData name="Kate Webb" userId="93802c81-b23c-4bc9-9dd2-fc02c4ab6952" providerId="ADAL" clId="{F176375C-DEBA-4866-A8F4-EACCC276DB9A}" dt="2026-10-05T10:01:51.616" v="80" actId="20577"/>
          <ac:spMkLst>
            <pc:docMk/>
            <pc:sldMk cId="361312443" sldId="301"/>
            <ac:spMk id="9" creationId="{7FBE95D1-4D92-AD18-6B84-6A0ACD013036}"/>
          </ac:spMkLst>
        </pc:spChg>
        <pc:spChg chg="del">
          <ac:chgData name="Kate Webb" userId="93802c81-b23c-4bc9-9dd2-fc02c4ab6952" providerId="ADAL" clId="{F176375C-DEBA-4866-A8F4-EACCC276DB9A}" dt="2026-10-05T09:54:35.201" v="35" actId="26606"/>
          <ac:spMkLst>
            <pc:docMk/>
            <pc:sldMk cId="361312443" sldId="301"/>
            <ac:spMk id="17" creationId="{A7AE9375-4664-4DB2-922D-2782A6E439AC}"/>
          </ac:spMkLst>
        </pc:spChg>
        <pc:spChg chg="del">
          <ac:chgData name="Kate Webb" userId="93802c81-b23c-4bc9-9dd2-fc02c4ab6952" providerId="ADAL" clId="{F176375C-DEBA-4866-A8F4-EACCC276DB9A}" dt="2026-10-05T09:54:35.201" v="35" actId="26606"/>
          <ac:spMkLst>
            <pc:docMk/>
            <pc:sldMk cId="361312443" sldId="301"/>
            <ac:spMk id="21" creationId="{C87417AF-190E-4D6E-AFA6-7D3E84B0B430}"/>
          </ac:spMkLst>
        </pc:spChg>
        <pc:spChg chg="del">
          <ac:chgData name="Kate Webb" userId="93802c81-b23c-4bc9-9dd2-fc02c4ab6952" providerId="ADAL" clId="{F176375C-DEBA-4866-A8F4-EACCC276DB9A}" dt="2026-10-05T09:54:35.201" v="35" actId="26606"/>
          <ac:spMkLst>
            <pc:docMk/>
            <pc:sldMk cId="361312443" sldId="301"/>
            <ac:spMk id="23" creationId="{80B30ED8-273E-4C07-8568-2FE5CC5C483D}"/>
          </ac:spMkLst>
        </pc:spChg>
        <pc:spChg chg="add del">
          <ac:chgData name="Kate Webb" userId="93802c81-b23c-4bc9-9dd2-fc02c4ab6952" providerId="ADAL" clId="{F176375C-DEBA-4866-A8F4-EACCC276DB9A}" dt="2026-10-05T09:55:01.244" v="37" actId="26606"/>
          <ac:spMkLst>
            <pc:docMk/>
            <pc:sldMk cId="361312443" sldId="301"/>
            <ac:spMk id="28" creationId="{A7AE9375-4664-4DB2-922D-2782A6E439AC}"/>
          </ac:spMkLst>
        </pc:spChg>
        <pc:spChg chg="add del">
          <ac:chgData name="Kate Webb" userId="93802c81-b23c-4bc9-9dd2-fc02c4ab6952" providerId="ADAL" clId="{F176375C-DEBA-4866-A8F4-EACCC276DB9A}" dt="2026-10-05T10:00:42.542" v="52" actId="26606"/>
          <ac:spMkLst>
            <pc:docMk/>
            <pc:sldMk cId="361312443" sldId="301"/>
            <ac:spMk id="37" creationId="{B95B9BA8-1D69-4796-85F5-B6D0BD52354B}"/>
          </ac:spMkLst>
        </pc:spChg>
        <pc:spChg chg="add">
          <ac:chgData name="Kate Webb" userId="93802c81-b23c-4bc9-9dd2-fc02c4ab6952" providerId="ADAL" clId="{F176375C-DEBA-4866-A8F4-EACCC276DB9A}" dt="2026-10-05T10:00:42.542" v="52" actId="26606"/>
          <ac:spMkLst>
            <pc:docMk/>
            <pc:sldMk cId="361312443" sldId="301"/>
            <ac:spMk id="50" creationId="{A7AE9375-4664-4DB2-922D-2782A6E439AC}"/>
          </ac:spMkLst>
        </pc:spChg>
        <pc:spChg chg="add">
          <ac:chgData name="Kate Webb" userId="93802c81-b23c-4bc9-9dd2-fc02c4ab6952" providerId="ADAL" clId="{F176375C-DEBA-4866-A8F4-EACCC276DB9A}" dt="2026-10-05T10:00:42.542" v="52" actId="26606"/>
          <ac:spMkLst>
            <pc:docMk/>
            <pc:sldMk cId="361312443" sldId="301"/>
            <ac:spMk id="54" creationId="{C87417AF-190E-4D6E-AFA6-7D3E84B0B430}"/>
          </ac:spMkLst>
        </pc:spChg>
        <pc:spChg chg="add">
          <ac:chgData name="Kate Webb" userId="93802c81-b23c-4bc9-9dd2-fc02c4ab6952" providerId="ADAL" clId="{F176375C-DEBA-4866-A8F4-EACCC276DB9A}" dt="2026-10-05T10:00:42.542" v="52" actId="26606"/>
          <ac:spMkLst>
            <pc:docMk/>
            <pc:sldMk cId="361312443" sldId="301"/>
            <ac:spMk id="56" creationId="{80B30ED8-273E-4C07-8568-2FE5CC5C483D}"/>
          </ac:spMkLst>
        </pc:spChg>
        <pc:grpChg chg="add del mod">
          <ac:chgData name="Kate Webb" userId="93802c81-b23c-4bc9-9dd2-fc02c4ab6952" providerId="ADAL" clId="{F176375C-DEBA-4866-A8F4-EACCC276DB9A}" dt="2026-10-05T09:54:45.236" v="36" actId="478"/>
          <ac:grpSpMkLst>
            <pc:docMk/>
            <pc:sldMk cId="361312443" sldId="301"/>
            <ac:grpSpMk id="2" creationId="{E55E3A7D-83F9-CE91-D404-5A3145E6E23B}"/>
          </ac:grpSpMkLst>
        </pc:grpChg>
        <pc:grpChg chg="add del">
          <ac:chgData name="Kate Webb" userId="93802c81-b23c-4bc9-9dd2-fc02c4ab6952" providerId="ADAL" clId="{F176375C-DEBA-4866-A8F4-EACCC276DB9A}" dt="2026-10-05T10:00:42.542" v="52" actId="26606"/>
          <ac:grpSpMkLst>
            <pc:docMk/>
            <pc:sldMk cId="361312443" sldId="301"/>
            <ac:grpSpMk id="39" creationId="{93CBDBE1-B300-4C21-9F06-E127BB3166A7}"/>
          </ac:grpSpMkLst>
        </pc:grpChg>
        <pc:picChg chg="add mod ord">
          <ac:chgData name="Kate Webb" userId="93802c81-b23c-4bc9-9dd2-fc02c4ab6952" providerId="ADAL" clId="{F176375C-DEBA-4866-A8F4-EACCC276DB9A}" dt="2026-10-05T10:00:42.542" v="52" actId="26606"/>
          <ac:picMkLst>
            <pc:docMk/>
            <pc:sldMk cId="361312443" sldId="301"/>
            <ac:picMk id="6" creationId="{30F31A2D-E176-404D-FD90-3C7C89708303}"/>
          </ac:picMkLst>
        </pc:picChg>
        <pc:picChg chg="add del mod">
          <ac:chgData name="Kate Webb" userId="93802c81-b23c-4bc9-9dd2-fc02c4ab6952" providerId="ADAL" clId="{F176375C-DEBA-4866-A8F4-EACCC276DB9A}" dt="2026-10-05T10:00:42.542" v="52" actId="26606"/>
          <ac:picMkLst>
            <pc:docMk/>
            <pc:sldMk cId="361312443" sldId="301"/>
            <ac:picMk id="12" creationId="{98177E0B-D96F-06AF-B55B-320EAA74A6A5}"/>
          </ac:picMkLst>
        </pc:picChg>
        <pc:cxnChg chg="del">
          <ac:chgData name="Kate Webb" userId="93802c81-b23c-4bc9-9dd2-fc02c4ab6952" providerId="ADAL" clId="{F176375C-DEBA-4866-A8F4-EACCC276DB9A}" dt="2026-10-05T09:54:35.201" v="35" actId="26606"/>
          <ac:cxnSpMkLst>
            <pc:docMk/>
            <pc:sldMk cId="361312443" sldId="301"/>
            <ac:cxnSpMk id="19" creationId="{EE504C98-6397-41C1-A8D8-2D9C4ED307E0}"/>
          </ac:cxnSpMkLst>
        </pc:cxnChg>
        <pc:cxnChg chg="del">
          <ac:chgData name="Kate Webb" userId="93802c81-b23c-4bc9-9dd2-fc02c4ab6952" providerId="ADAL" clId="{F176375C-DEBA-4866-A8F4-EACCC276DB9A}" dt="2026-10-05T09:55:01.244" v="37" actId="26606"/>
          <ac:cxnSpMkLst>
            <pc:docMk/>
            <pc:sldMk cId="361312443" sldId="301"/>
            <ac:cxnSpMk id="30" creationId="{EE504C98-6397-41C1-A8D8-2D9C4ED307E0}"/>
          </ac:cxnSpMkLst>
        </pc:cxnChg>
        <pc:cxnChg chg="del">
          <ac:chgData name="Kate Webb" userId="93802c81-b23c-4bc9-9dd2-fc02c4ab6952" providerId="ADAL" clId="{F176375C-DEBA-4866-A8F4-EACCC276DB9A}" dt="2026-10-05T09:55:01.244" v="37" actId="26606"/>
          <ac:cxnSpMkLst>
            <pc:docMk/>
            <pc:sldMk cId="361312443" sldId="301"/>
            <ac:cxnSpMk id="32" creationId="{B7188D9B-1674-419B-A379-D1632A7EC3A2}"/>
          </ac:cxnSpMkLst>
        </pc:cxnChg>
        <pc:cxnChg chg="add">
          <ac:chgData name="Kate Webb" userId="93802c81-b23c-4bc9-9dd2-fc02c4ab6952" providerId="ADAL" clId="{F176375C-DEBA-4866-A8F4-EACCC276DB9A}" dt="2026-10-05T10:00:42.542" v="52" actId="26606"/>
          <ac:cxnSpMkLst>
            <pc:docMk/>
            <pc:sldMk cId="361312443" sldId="301"/>
            <ac:cxnSpMk id="52" creationId="{EE504C98-6397-41C1-A8D8-2D9C4ED307E0}"/>
          </ac:cxnSpMkLst>
        </pc:cxnChg>
      </pc:sldChg>
      <pc:sldChg chg="addSp modSp mod ord">
        <pc:chgData name="Kate Webb" userId="93802c81-b23c-4bc9-9dd2-fc02c4ab6952" providerId="ADAL" clId="{F176375C-DEBA-4866-A8F4-EACCC276DB9A}" dt="2026-10-05T09:28:08.524" v="9"/>
        <pc:sldMkLst>
          <pc:docMk/>
          <pc:sldMk cId="979996570" sldId="302"/>
        </pc:sldMkLst>
        <pc:picChg chg="add mod">
          <ac:chgData name="Kate Webb" userId="93802c81-b23c-4bc9-9dd2-fc02c4ab6952" providerId="ADAL" clId="{F176375C-DEBA-4866-A8F4-EACCC276DB9A}" dt="2026-10-05T09:26:28.694" v="0" actId="931"/>
          <ac:picMkLst>
            <pc:docMk/>
            <pc:sldMk cId="979996570" sldId="302"/>
            <ac:picMk id="4" creationId="{5443C87B-8F4B-D0B2-2879-C196105501AD}"/>
          </ac:picMkLst>
        </pc:picChg>
      </pc:sldChg>
      <pc:sldChg chg="addSp modSp new mod">
        <pc:chgData name="Kate Webb" userId="93802c81-b23c-4bc9-9dd2-fc02c4ab6952" providerId="ADAL" clId="{F176375C-DEBA-4866-A8F4-EACCC276DB9A}" dt="2026-10-05T09:26:52.870" v="2" actId="931"/>
        <pc:sldMkLst>
          <pc:docMk/>
          <pc:sldMk cId="399344637" sldId="304"/>
        </pc:sldMkLst>
        <pc:picChg chg="add mod">
          <ac:chgData name="Kate Webb" userId="93802c81-b23c-4bc9-9dd2-fc02c4ab6952" providerId="ADAL" clId="{F176375C-DEBA-4866-A8F4-EACCC276DB9A}" dt="2026-10-05T09:26:52.870" v="2" actId="931"/>
          <ac:picMkLst>
            <pc:docMk/>
            <pc:sldMk cId="399344637" sldId="304"/>
            <ac:picMk id="3" creationId="{FE7F636E-AC1B-EF3C-284F-6A12F72CD045}"/>
          </ac:picMkLst>
        </pc:picChg>
      </pc:sldChg>
      <pc:sldChg chg="addSp modSp new mod">
        <pc:chgData name="Kate Webb" userId="93802c81-b23c-4bc9-9dd2-fc02c4ab6952" providerId="ADAL" clId="{F176375C-DEBA-4866-A8F4-EACCC276DB9A}" dt="2026-10-05T09:27:25.012" v="4" actId="931"/>
        <pc:sldMkLst>
          <pc:docMk/>
          <pc:sldMk cId="3608602595" sldId="305"/>
        </pc:sldMkLst>
        <pc:picChg chg="add mod">
          <ac:chgData name="Kate Webb" userId="93802c81-b23c-4bc9-9dd2-fc02c4ab6952" providerId="ADAL" clId="{F176375C-DEBA-4866-A8F4-EACCC276DB9A}" dt="2026-10-05T09:27:25.012" v="4" actId="931"/>
          <ac:picMkLst>
            <pc:docMk/>
            <pc:sldMk cId="3608602595" sldId="305"/>
            <ac:picMk id="3" creationId="{AAF0387C-352A-314C-9FB6-1710A4311A1E}"/>
          </ac:picMkLst>
        </pc:picChg>
      </pc:sldChg>
      <pc:sldChg chg="new del">
        <pc:chgData name="Kate Webb" userId="93802c81-b23c-4bc9-9dd2-fc02c4ab6952" providerId="ADAL" clId="{F176375C-DEBA-4866-A8F4-EACCC276DB9A}" dt="2026-10-05T09:28:14.808" v="10" actId="47"/>
        <pc:sldMkLst>
          <pc:docMk/>
          <pc:sldMk cId="2517092946" sldId="306"/>
        </pc:sldMkLst>
      </pc:sldChg>
      <pc:sldChg chg="addSp modSp new mod">
        <pc:chgData name="Kate Webb" userId="93802c81-b23c-4bc9-9dd2-fc02c4ab6952" providerId="ADAL" clId="{F176375C-DEBA-4866-A8F4-EACCC276DB9A}" dt="2026-10-05T09:27:59.022" v="7" actId="931"/>
        <pc:sldMkLst>
          <pc:docMk/>
          <pc:sldMk cId="2306522803" sldId="307"/>
        </pc:sldMkLst>
        <pc:picChg chg="add mod">
          <ac:chgData name="Kate Webb" userId="93802c81-b23c-4bc9-9dd2-fc02c4ab6952" providerId="ADAL" clId="{F176375C-DEBA-4866-A8F4-EACCC276DB9A}" dt="2026-10-05T09:27:59.022" v="7" actId="931"/>
          <ac:picMkLst>
            <pc:docMk/>
            <pc:sldMk cId="2306522803" sldId="307"/>
            <ac:picMk id="3" creationId="{8C4E58E2-9DA4-7599-A76E-9472C5BB6A8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152A82-000A-4FCD-844B-C7CF5AC647B4}" type="datetimeFigureOut">
              <a:rPr lang="en-GB" smtClean="0"/>
              <a:t>05/10/2026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6DD01E-FBEA-4891-A025-78A31CE1BC07}" type="slidenum">
              <a:rPr lang="en-GB" smtClean="0"/>
              <a:t>‹#›</a:t>
            </a:fld>
            <a:endParaRPr lang="en-GB"/>
          </a:p>
        </p:txBody>
      </p:sp>
    </p:spTree>
    <p:extLst>
      <p:ext uri="{BB962C8B-B14F-4D97-AF65-F5344CB8AC3E}">
        <p14:creationId xmlns:p14="http://schemas.microsoft.com/office/powerpoint/2010/main" val="3301599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D6DD01E-FBEA-4891-A025-78A31CE1BC07}" type="slidenum">
              <a:rPr lang="en-GB" smtClean="0"/>
              <a:t>8</a:t>
            </a:fld>
            <a:endParaRPr lang="en-GB"/>
          </a:p>
        </p:txBody>
      </p:sp>
    </p:spTree>
    <p:extLst>
      <p:ext uri="{BB962C8B-B14F-4D97-AF65-F5344CB8AC3E}">
        <p14:creationId xmlns:p14="http://schemas.microsoft.com/office/powerpoint/2010/main" val="4149624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childrenandyoungpeoplebristol.co.uk/how-the-education-system-fails-neurodivergent-students-the-scoop/" TargetMode="Externa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hyperlink" Target="https://eur01.safelinks.protection.outlook.com/?url=https%3A%2F%2Fwww.instagram.com%2Fp%2FDdZP0boEXay%2F%3Futm_source%3Dig_web_copy_link%26stkn%3DMzRlODBiNWFlZA%3D%3D&amp;data=05%7C02%7CKate.Webb%40creativeyouthnetwork.org.uk%7C1f537f5809754c7df49d08df1d4cc830%7Cdd1276d1763e479e81f2554ce3225cf3%7C0%7C0%7C639261887751058377%7CUnknown%7CTWFpbGZsb3d8eyJFbXB0eU1hcGkiOnRydWUsIlYiOiIwLjAuMDAwMCIsIlAiOiJXaW4zMiIsIkFOIjoiTWFpbCIsIldUIjoyfQ%3D%3D%7C0%7C%7C%7C&amp;sdata=G1WVC8BKPlSSJoyL2440AF6dVGsesrgdqcGvYWbct%2BY%3D&amp;reserved=0"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534694"/>
            <a:chOff x="0" y="0"/>
            <a:chExt cx="3775052" cy="4349192"/>
          </a:xfrm>
        </p:grpSpPr>
        <p:sp>
          <p:nvSpPr>
            <p:cNvPr id="3" name="Freeform 3"/>
            <p:cNvSpPr/>
            <p:nvPr/>
          </p:nvSpPr>
          <p:spPr>
            <a:xfrm>
              <a:off x="0" y="0"/>
              <a:ext cx="3775052" cy="4349192"/>
            </a:xfrm>
            <a:custGeom>
              <a:avLst/>
              <a:gdLst/>
              <a:ahLst/>
              <a:cxnLst/>
              <a:rect l="l" t="t" r="r" b="b"/>
              <a:pathLst>
                <a:path w="3775052" h="4349192">
                  <a:moveTo>
                    <a:pt x="0" y="0"/>
                  </a:moveTo>
                  <a:lnTo>
                    <a:pt x="3775052" y="0"/>
                  </a:lnTo>
                  <a:lnTo>
                    <a:pt x="3775052" y="4349192"/>
                  </a:lnTo>
                  <a:lnTo>
                    <a:pt x="0" y="4349192"/>
                  </a:lnTo>
                  <a:close/>
                </a:path>
              </a:pathLst>
            </a:custGeom>
            <a:solidFill>
              <a:srgbClr val="000000"/>
            </a:solidFill>
          </p:spPr>
          <p:txBody>
            <a:bodyPr/>
            <a:lstStyle/>
            <a:p>
              <a:endParaRPr lang="en-GB"/>
            </a:p>
          </p:txBody>
        </p:sp>
        <p:sp>
          <p:nvSpPr>
            <p:cNvPr id="4" name="TextBox 4"/>
            <p:cNvSpPr txBox="1"/>
            <p:nvPr/>
          </p:nvSpPr>
          <p:spPr>
            <a:xfrm>
              <a:off x="0" y="-38100"/>
              <a:ext cx="3775052" cy="4387292"/>
            </a:xfrm>
            <a:prstGeom prst="rect">
              <a:avLst/>
            </a:prstGeom>
          </p:spPr>
          <p:txBody>
            <a:bodyPr lIns="50800" tIns="50800" rIns="50800" bIns="50800" rtlCol="0" anchor="ctr"/>
            <a:lstStyle/>
            <a:p>
              <a:pPr algn="ctr">
                <a:lnSpc>
                  <a:spcPts val="2659"/>
                </a:lnSpc>
              </a:pPr>
              <a:r>
                <a:rPr lang="en-US" sz="1899">
                  <a:solidFill>
                    <a:srgbClr val="0C0B0B"/>
                  </a:solidFill>
                  <a:latin typeface="Canva Sans"/>
                  <a:ea typeface="Canva Sans"/>
                  <a:cs typeface="Canva Sans"/>
                  <a:sym typeface="Canva Sans"/>
                </a:rPr>
                <a:t>Reduced funding for youth work</a:t>
              </a:r>
            </a:p>
            <a:p>
              <a:pPr algn="ctr">
                <a:lnSpc>
                  <a:spcPts val="2659"/>
                </a:lnSpc>
                <a:spcBef>
                  <a:spcPct val="0"/>
                </a:spcBef>
              </a:pPr>
              <a:endParaRPr lang="en-US" sz="1899">
                <a:solidFill>
                  <a:srgbClr val="0C0B0B"/>
                </a:solidFill>
                <a:latin typeface="Canva Sans"/>
                <a:ea typeface="Canva Sans"/>
                <a:cs typeface="Canva Sans"/>
                <a:sym typeface="Canva Sans"/>
              </a:endParaRPr>
            </a:p>
          </p:txBody>
        </p:sp>
      </p:grpSp>
      <p:grpSp>
        <p:nvGrpSpPr>
          <p:cNvPr id="5" name="Group 5"/>
          <p:cNvGrpSpPr/>
          <p:nvPr/>
        </p:nvGrpSpPr>
        <p:grpSpPr>
          <a:xfrm>
            <a:off x="0" y="-92287"/>
            <a:ext cx="9144000" cy="10626981"/>
            <a:chOff x="0" y="-38100"/>
            <a:chExt cx="3775052" cy="4387292"/>
          </a:xfrm>
        </p:grpSpPr>
        <p:sp>
          <p:nvSpPr>
            <p:cNvPr id="6" name="Freeform 6"/>
            <p:cNvSpPr/>
            <p:nvPr/>
          </p:nvSpPr>
          <p:spPr>
            <a:xfrm>
              <a:off x="0" y="0"/>
              <a:ext cx="3775052" cy="4349192"/>
            </a:xfrm>
            <a:custGeom>
              <a:avLst/>
              <a:gdLst/>
              <a:ahLst/>
              <a:cxnLst/>
              <a:rect l="l" t="t" r="r" b="b"/>
              <a:pathLst>
                <a:path w="3775052" h="4349192">
                  <a:moveTo>
                    <a:pt x="0" y="0"/>
                  </a:moveTo>
                  <a:lnTo>
                    <a:pt x="3775052" y="0"/>
                  </a:lnTo>
                  <a:lnTo>
                    <a:pt x="3775052" y="4349192"/>
                  </a:lnTo>
                  <a:lnTo>
                    <a:pt x="0" y="4349192"/>
                  </a:lnTo>
                  <a:close/>
                </a:path>
              </a:pathLst>
            </a:custGeom>
            <a:solidFill>
              <a:srgbClr val="FFFFFF"/>
            </a:solidFill>
          </p:spPr>
          <p:txBody>
            <a:bodyPr/>
            <a:lstStyle/>
            <a:p>
              <a:endParaRPr lang="en-GB" dirty="0"/>
            </a:p>
          </p:txBody>
        </p:sp>
        <p:sp>
          <p:nvSpPr>
            <p:cNvPr id="7" name="TextBox 7"/>
            <p:cNvSpPr txBox="1"/>
            <p:nvPr/>
          </p:nvSpPr>
          <p:spPr>
            <a:xfrm>
              <a:off x="0" y="-38100"/>
              <a:ext cx="3775052" cy="438729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8877758" y="0"/>
            <a:ext cx="10346889" cy="10714355"/>
          </a:xfrm>
          <a:custGeom>
            <a:avLst/>
            <a:gdLst/>
            <a:ahLst/>
            <a:cxnLst/>
            <a:rect l="l" t="t" r="r" b="b"/>
            <a:pathLst>
              <a:path w="10346889" h="10714355">
                <a:moveTo>
                  <a:pt x="0" y="0"/>
                </a:moveTo>
                <a:lnTo>
                  <a:pt x="10346888" y="0"/>
                </a:lnTo>
                <a:lnTo>
                  <a:pt x="10346888" y="10714355"/>
                </a:lnTo>
                <a:lnTo>
                  <a:pt x="0" y="10714355"/>
                </a:lnTo>
                <a:lnTo>
                  <a:pt x="0" y="0"/>
                </a:lnTo>
                <a:close/>
              </a:path>
            </a:pathLst>
          </a:custGeom>
          <a:blipFill>
            <a:blip r:embed="rId2"/>
            <a:stretch>
              <a:fillRect t="-14458" b="-14458"/>
            </a:stretch>
          </a:blipFill>
        </p:spPr>
        <p:txBody>
          <a:bodyPr/>
          <a:lstStyle/>
          <a:p>
            <a:endParaRPr lang="en-GB"/>
          </a:p>
        </p:txBody>
      </p:sp>
      <p:sp>
        <p:nvSpPr>
          <p:cNvPr id="12" name="TextBox 12"/>
          <p:cNvSpPr txBox="1"/>
          <p:nvPr/>
        </p:nvSpPr>
        <p:spPr>
          <a:xfrm>
            <a:off x="953454" y="2503523"/>
            <a:ext cx="6872738" cy="3270126"/>
          </a:xfrm>
          <a:prstGeom prst="rect">
            <a:avLst/>
          </a:prstGeom>
        </p:spPr>
        <p:txBody>
          <a:bodyPr lIns="0" tIns="0" rIns="0" bIns="0" rtlCol="0" anchor="t">
            <a:spAutoFit/>
          </a:bodyPr>
          <a:lstStyle/>
          <a:p>
            <a:pPr marL="0" lvl="0" indent="0" algn="l">
              <a:lnSpc>
                <a:spcPts val="5119"/>
              </a:lnSpc>
              <a:spcBef>
                <a:spcPct val="0"/>
              </a:spcBef>
            </a:pPr>
            <a:r>
              <a:rPr lang="en-US" sz="3999" b="1" spc="359" dirty="0">
                <a:latin typeface="Mont Bold"/>
                <a:ea typeface="Mont Bold"/>
                <a:cs typeface="Mont Bold"/>
                <a:sym typeface="Mont Bold"/>
              </a:rPr>
              <a:t>A pilot </a:t>
            </a:r>
            <a:r>
              <a:rPr lang="en-US" sz="3999" b="1" spc="359" dirty="0" err="1">
                <a:latin typeface="Mont Bold"/>
                <a:ea typeface="Mont Bold"/>
                <a:cs typeface="Mont Bold"/>
                <a:sym typeface="Mont Bold"/>
              </a:rPr>
              <a:t>programme</a:t>
            </a:r>
            <a:r>
              <a:rPr lang="en-US" sz="3999" b="1" spc="359" dirty="0">
                <a:latin typeface="Mont Bold"/>
                <a:ea typeface="Mont Bold"/>
                <a:cs typeface="Mont Bold"/>
                <a:sym typeface="Mont Bold"/>
              </a:rPr>
              <a:t> to develop a digital youth platform for young people by young people</a:t>
            </a:r>
          </a:p>
        </p:txBody>
      </p:sp>
      <p:sp>
        <p:nvSpPr>
          <p:cNvPr id="13" name="TextBox 13"/>
          <p:cNvSpPr txBox="1"/>
          <p:nvPr/>
        </p:nvSpPr>
        <p:spPr>
          <a:xfrm>
            <a:off x="953454" y="332149"/>
            <a:ext cx="6872738" cy="3231654"/>
          </a:xfrm>
          <a:prstGeom prst="rect">
            <a:avLst/>
          </a:prstGeom>
        </p:spPr>
        <p:txBody>
          <a:bodyPr lIns="0" tIns="0" rIns="0" bIns="0" rtlCol="0" anchor="t">
            <a:spAutoFit/>
          </a:bodyPr>
          <a:lstStyle/>
          <a:p>
            <a:pPr marL="0" lvl="0" indent="0" algn="l">
              <a:lnSpc>
                <a:spcPts val="8447"/>
              </a:lnSpc>
              <a:spcBef>
                <a:spcPct val="0"/>
              </a:spcBef>
            </a:pPr>
            <a:r>
              <a:rPr lang="en-US" sz="6599" b="1" spc="593" dirty="0">
                <a:latin typeface="Mont Bold"/>
                <a:ea typeface="Mont Bold"/>
                <a:cs typeface="Mont Bold"/>
                <a:sym typeface="Mont Bold"/>
              </a:rPr>
              <a:t>Digital youth voice</a:t>
            </a:r>
          </a:p>
          <a:p>
            <a:pPr marL="0" lvl="0" indent="0" algn="l">
              <a:lnSpc>
                <a:spcPts val="8447"/>
              </a:lnSpc>
              <a:spcBef>
                <a:spcPct val="0"/>
              </a:spcBef>
            </a:pPr>
            <a:endParaRPr lang="en-US" sz="6599" b="1" spc="593" dirty="0">
              <a:solidFill>
                <a:srgbClr val="D81F27"/>
              </a:solidFill>
              <a:latin typeface="Mont Bold"/>
              <a:ea typeface="Mont Bold"/>
              <a:cs typeface="Mont Bold"/>
              <a:sym typeface="Mont Bold"/>
            </a:endParaRPr>
          </a:p>
        </p:txBody>
      </p:sp>
      <p:pic>
        <p:nvPicPr>
          <p:cNvPr id="15" name="Picture 14">
            <a:extLst>
              <a:ext uri="{FF2B5EF4-FFF2-40B4-BE49-F238E27FC236}">
                <a16:creationId xmlns:a16="http://schemas.microsoft.com/office/drawing/2014/main" id="{2E7073C1-829E-90BF-9FCE-2B57AE5CB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799" y="6802022"/>
            <a:ext cx="2532477" cy="253247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68D942-6BF3-82DC-D0FC-3B6EDE638C84}"/>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TextBox 8">
            <a:extLst>
              <a:ext uri="{FF2B5EF4-FFF2-40B4-BE49-F238E27FC236}">
                <a16:creationId xmlns:a16="http://schemas.microsoft.com/office/drawing/2014/main" id="{23B9A729-B52D-838B-5163-1032AA14AE88}"/>
              </a:ext>
            </a:extLst>
          </p:cNvPr>
          <p:cNvSpPr txBox="1"/>
          <p:nvPr/>
        </p:nvSpPr>
        <p:spPr>
          <a:xfrm>
            <a:off x="1530700" y="2095681"/>
            <a:ext cx="7061507" cy="83802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a:solidFill>
                  <a:schemeClr val="bg1"/>
                </a:solidFill>
                <a:latin typeface="+mj-lt"/>
                <a:ea typeface="+mj-ea"/>
                <a:cs typeface="+mj-cs"/>
              </a:rPr>
              <a:t>The Team</a:t>
            </a:r>
            <a:endParaRPr lang="en-US" sz="3200" b="1" dirty="0">
              <a:solidFill>
                <a:schemeClr val="bg1"/>
              </a:solidFill>
              <a:latin typeface="+mj-lt"/>
              <a:ea typeface="+mj-ea"/>
              <a:cs typeface="+mj-cs"/>
            </a:endParaRPr>
          </a:p>
        </p:txBody>
      </p:sp>
      <p:sp>
        <p:nvSpPr>
          <p:cNvPr id="8" name="TextBox 8">
            <a:extLst>
              <a:ext uri="{FF2B5EF4-FFF2-40B4-BE49-F238E27FC236}">
                <a16:creationId xmlns:a16="http://schemas.microsoft.com/office/drawing/2014/main" id="{35AAC855-40C9-4FCC-3584-811E85217A21}"/>
              </a:ext>
            </a:extLst>
          </p:cNvPr>
          <p:cNvSpPr txBox="1"/>
          <p:nvPr/>
        </p:nvSpPr>
        <p:spPr>
          <a:xfrm>
            <a:off x="1530700" y="3206354"/>
            <a:ext cx="7061507" cy="4633050"/>
          </a:xfrm>
          <a:prstGeom prst="rect">
            <a:avLst/>
          </a:prstGeom>
        </p:spPr>
        <p:txBody>
          <a:bodyPr vert="horz" lIns="91440" tIns="45720" rIns="91440" bIns="45720" rtlCol="0" anchor="t">
            <a:normAutofit fontScale="25000" lnSpcReduction="20000"/>
          </a:bodyPr>
          <a:lstStyle/>
          <a:p>
            <a:pPr indent="-228600" fontAlgn="base">
              <a:lnSpc>
                <a:spcPct val="90000"/>
              </a:lnSpc>
              <a:spcAft>
                <a:spcPts val="600"/>
              </a:spcAft>
              <a:buFont typeface="Arial" panose="020B0604020202020204" pitchFamily="34" charset="0"/>
              <a:buChar char="•"/>
            </a:pPr>
            <a:br>
              <a:rPr lang="en-US" sz="1000" dirty="0">
                <a:solidFill>
                  <a:schemeClr val="bg1"/>
                </a:solidFill>
              </a:rPr>
            </a:br>
            <a:endParaRPr lang="en-US" sz="1000" dirty="0">
              <a:solidFill>
                <a:schemeClr val="bg1"/>
              </a:solidFill>
            </a:endParaRPr>
          </a:p>
          <a:p>
            <a:pPr marL="342900" indent="-228600" fontAlgn="base">
              <a:lnSpc>
                <a:spcPct val="90000"/>
              </a:lnSpc>
              <a:spcAft>
                <a:spcPts val="600"/>
              </a:spcAft>
              <a:buFont typeface="Arial" panose="020B0604020202020204" pitchFamily="34" charset="0"/>
              <a:buChar char="•"/>
            </a:pPr>
            <a:r>
              <a:rPr lang="en-US" sz="9600" dirty="0">
                <a:solidFill>
                  <a:schemeClr val="bg1"/>
                </a:solidFill>
              </a:rPr>
              <a:t>Content Coordinator – Elle Placide</a:t>
            </a:r>
          </a:p>
          <a:p>
            <a:pPr marL="342900" indent="-228600" fontAlgn="base">
              <a:lnSpc>
                <a:spcPct val="90000"/>
              </a:lnSpc>
              <a:spcAft>
                <a:spcPts val="600"/>
              </a:spcAft>
              <a:buFont typeface="Arial" panose="020B0604020202020204" pitchFamily="34" charset="0"/>
              <a:buChar char="•"/>
            </a:pPr>
            <a:r>
              <a:rPr lang="en-US" sz="9600" dirty="0">
                <a:solidFill>
                  <a:schemeClr val="bg1"/>
                </a:solidFill>
              </a:rPr>
              <a:t>Content Coordinators </a:t>
            </a:r>
          </a:p>
          <a:p>
            <a:pPr marL="342900" indent="-228600" fontAlgn="base">
              <a:lnSpc>
                <a:spcPct val="90000"/>
              </a:lnSpc>
              <a:spcAft>
                <a:spcPts val="600"/>
              </a:spcAft>
              <a:buFont typeface="Arial" panose="020B0604020202020204" pitchFamily="34" charset="0"/>
              <a:buChar char="•"/>
            </a:pPr>
            <a:r>
              <a:rPr lang="en-US" sz="9600" dirty="0">
                <a:solidFill>
                  <a:schemeClr val="bg1"/>
                </a:solidFill>
              </a:rPr>
              <a:t>Jackson (16yrs) Written long form</a:t>
            </a:r>
          </a:p>
          <a:p>
            <a:pPr marL="342900" indent="-228600" fontAlgn="base">
              <a:lnSpc>
                <a:spcPct val="90000"/>
              </a:lnSpc>
              <a:spcAft>
                <a:spcPts val="600"/>
              </a:spcAft>
              <a:buFont typeface="Arial" panose="020B0604020202020204" pitchFamily="34" charset="0"/>
              <a:buChar char="•"/>
            </a:pPr>
            <a:r>
              <a:rPr lang="en-US" sz="9600" dirty="0">
                <a:solidFill>
                  <a:schemeClr val="bg1"/>
                </a:solidFill>
              </a:rPr>
              <a:t>Gracie (17yrs) Podcaster and documenter</a:t>
            </a:r>
          </a:p>
          <a:p>
            <a:pPr marL="342900" indent="-228600" fontAlgn="base">
              <a:lnSpc>
                <a:spcPct val="90000"/>
              </a:lnSpc>
              <a:spcAft>
                <a:spcPts val="600"/>
              </a:spcAft>
              <a:buFont typeface="Arial" panose="020B0604020202020204" pitchFamily="34" charset="0"/>
              <a:buChar char="•"/>
            </a:pPr>
            <a:r>
              <a:rPr lang="en-US" sz="9600" dirty="0">
                <a:solidFill>
                  <a:schemeClr val="bg1"/>
                </a:solidFill>
              </a:rPr>
              <a:t>Wing (22yrs) Animator and website designer</a:t>
            </a:r>
          </a:p>
          <a:p>
            <a:pPr marL="342900" indent="-228600" fontAlgn="base">
              <a:lnSpc>
                <a:spcPct val="90000"/>
              </a:lnSpc>
              <a:spcAft>
                <a:spcPts val="600"/>
              </a:spcAft>
              <a:buFont typeface="Arial" panose="020B0604020202020204" pitchFamily="34" charset="0"/>
              <a:buChar char="•"/>
            </a:pPr>
            <a:endParaRPr lang="en-US" sz="9600" dirty="0">
              <a:solidFill>
                <a:schemeClr val="bg1"/>
              </a:solidFill>
            </a:endParaRPr>
          </a:p>
          <a:p>
            <a:pPr marL="342900" indent="-228600" fontAlgn="base">
              <a:lnSpc>
                <a:spcPct val="90000"/>
              </a:lnSpc>
              <a:spcAft>
                <a:spcPts val="600"/>
              </a:spcAft>
              <a:buFont typeface="Arial" panose="020B0604020202020204" pitchFamily="34" charset="0"/>
              <a:buChar char="•"/>
            </a:pPr>
            <a:endParaRPr lang="en-US" sz="9600" dirty="0">
              <a:solidFill>
                <a:schemeClr val="bg1"/>
              </a:solidFill>
            </a:endParaRPr>
          </a:p>
          <a:p>
            <a:pPr marL="342900" indent="-228600" fontAlgn="base">
              <a:lnSpc>
                <a:spcPct val="90000"/>
              </a:lnSpc>
              <a:spcAft>
                <a:spcPts val="600"/>
              </a:spcAft>
              <a:buFont typeface="Arial" panose="020B0604020202020204" pitchFamily="34" charset="0"/>
              <a:buChar char="•"/>
            </a:pPr>
            <a:r>
              <a:rPr lang="en-US" sz="9600" dirty="0">
                <a:solidFill>
                  <a:schemeClr val="bg1"/>
                </a:solidFill>
              </a:rPr>
              <a:t>Currently supported by Digital Youth Voice Coordinator and Marketing team at CYN.</a:t>
            </a:r>
          </a:p>
          <a:p>
            <a:pPr marL="457200" indent="-228600" fontAlgn="base">
              <a:lnSpc>
                <a:spcPct val="90000"/>
              </a:lnSpc>
              <a:spcAft>
                <a:spcPts val="600"/>
              </a:spcAft>
              <a:buFont typeface="Arial" panose="020B0604020202020204" pitchFamily="34" charset="0"/>
              <a:buChar char="•"/>
            </a:pPr>
            <a:r>
              <a:rPr lang="en-US" sz="9600" dirty="0">
                <a:solidFill>
                  <a:schemeClr val="bg1"/>
                </a:solidFill>
              </a:rPr>
              <a:t>Guided by Steering group</a:t>
            </a:r>
          </a:p>
          <a:p>
            <a:pPr marL="457200" indent="-228600" fontAlgn="base">
              <a:lnSpc>
                <a:spcPct val="90000"/>
              </a:lnSpc>
              <a:spcAft>
                <a:spcPts val="600"/>
              </a:spcAft>
              <a:buFont typeface="Arial" panose="020B0604020202020204" pitchFamily="34" charset="0"/>
              <a:buChar char="•"/>
            </a:pPr>
            <a:endParaRPr lang="en-US" sz="9600" dirty="0">
              <a:solidFill>
                <a:schemeClr val="bg1"/>
              </a:solidFill>
            </a:endParaRPr>
          </a:p>
          <a:p>
            <a:pPr marL="457200" indent="-228600" fontAlgn="base">
              <a:lnSpc>
                <a:spcPct val="90000"/>
              </a:lnSpc>
              <a:spcAft>
                <a:spcPts val="600"/>
              </a:spcAft>
              <a:buFont typeface="Arial" panose="020B0604020202020204" pitchFamily="34" charset="0"/>
              <a:buChar char="•"/>
            </a:pPr>
            <a:r>
              <a:rPr lang="en-US" sz="9600" dirty="0">
                <a:solidFill>
                  <a:schemeClr val="bg1"/>
                </a:solidFill>
              </a:rPr>
              <a:t>Platform for the whole youth sector</a:t>
            </a:r>
            <a:br>
              <a:rPr lang="en-US" sz="1000" dirty="0">
                <a:solidFill>
                  <a:schemeClr val="bg1"/>
                </a:solidFill>
              </a:rPr>
            </a:br>
            <a:endParaRPr lang="en-US" sz="1000" dirty="0">
              <a:solidFill>
                <a:schemeClr val="bg1"/>
              </a:solidFill>
            </a:endParaRPr>
          </a:p>
          <a:p>
            <a:pPr indent="-228600">
              <a:lnSpc>
                <a:spcPct val="90000"/>
              </a:lnSpc>
              <a:spcAft>
                <a:spcPts val="600"/>
              </a:spcAft>
              <a:buFont typeface="Arial" panose="020B0604020202020204" pitchFamily="34" charset="0"/>
              <a:buChar char="•"/>
            </a:pPr>
            <a:br>
              <a:rPr lang="en-US" sz="1000" dirty="0">
                <a:solidFill>
                  <a:schemeClr val="bg1"/>
                </a:solidFill>
              </a:rPr>
            </a:br>
            <a:endParaRPr lang="en-US" sz="1000" b="1" dirty="0">
              <a:solidFill>
                <a:schemeClr val="bg1"/>
              </a:solidFill>
              <a:sym typeface="Avenir"/>
            </a:endParaRPr>
          </a:p>
          <a:p>
            <a:pPr indent="-228600">
              <a:lnSpc>
                <a:spcPct val="90000"/>
              </a:lnSpc>
              <a:spcAft>
                <a:spcPts val="600"/>
              </a:spcAft>
              <a:buFont typeface="Arial" panose="020B0604020202020204" pitchFamily="34" charset="0"/>
              <a:buChar char="•"/>
            </a:pPr>
            <a:endParaRPr lang="en-US" sz="1000" dirty="0">
              <a:solidFill>
                <a:schemeClr val="bg1"/>
              </a:solidFill>
              <a:sym typeface="Avenir"/>
            </a:endParaRPr>
          </a:p>
          <a:p>
            <a:pPr indent="-228600">
              <a:lnSpc>
                <a:spcPct val="90000"/>
              </a:lnSpc>
              <a:spcAft>
                <a:spcPts val="600"/>
              </a:spcAft>
              <a:buFont typeface="Arial" panose="020B0604020202020204" pitchFamily="34" charset="0"/>
              <a:buChar char="•"/>
            </a:pPr>
            <a:endParaRPr lang="en-US" sz="1000" dirty="0">
              <a:solidFill>
                <a:schemeClr val="bg1"/>
              </a:solidFill>
              <a:sym typeface="Avenir"/>
            </a:endParaRPr>
          </a:p>
          <a:p>
            <a:pPr marL="457200" indent="-228600">
              <a:lnSpc>
                <a:spcPct val="90000"/>
              </a:lnSpc>
              <a:spcAft>
                <a:spcPts val="600"/>
              </a:spcAft>
              <a:buFont typeface="Arial" panose="020B0604020202020204" pitchFamily="34" charset="0"/>
              <a:buChar char="•"/>
            </a:pPr>
            <a:endParaRPr lang="en-US" sz="1000" dirty="0">
              <a:solidFill>
                <a:schemeClr val="bg1"/>
              </a:solidFill>
              <a:sym typeface="Avenir"/>
            </a:endParaRPr>
          </a:p>
          <a:p>
            <a:pPr indent="-228600">
              <a:lnSpc>
                <a:spcPct val="90000"/>
              </a:lnSpc>
              <a:spcAft>
                <a:spcPts val="600"/>
              </a:spcAft>
              <a:buFont typeface="Arial" panose="020B0604020202020204" pitchFamily="34" charset="0"/>
              <a:buChar char="•"/>
            </a:pPr>
            <a:endParaRPr lang="en-US" sz="1000" dirty="0">
              <a:solidFill>
                <a:schemeClr val="bg1"/>
              </a:solidFill>
              <a:sym typeface="Avenir"/>
            </a:endParaRPr>
          </a:p>
        </p:txBody>
      </p:sp>
      <p:pic>
        <p:nvPicPr>
          <p:cNvPr id="12" name="Picture 11">
            <a:extLst>
              <a:ext uri="{FF2B5EF4-FFF2-40B4-BE49-F238E27FC236}">
                <a16:creationId xmlns:a16="http://schemas.microsoft.com/office/drawing/2014/main" id="{75222D2B-18B6-7822-78E1-A33696E73575}"/>
              </a:ext>
            </a:extLst>
          </p:cNvPr>
          <p:cNvPicPr>
            <a:picLocks noChangeAspect="1"/>
          </p:cNvPicPr>
          <p:nvPr/>
        </p:nvPicPr>
        <p:blipFill>
          <a:blip r:embed="rId2">
            <a:extLst>
              <a:ext uri="{28A0092B-C50C-407E-A947-70E740481C1C}">
                <a14:useLocalDpi xmlns:a14="http://schemas.microsoft.com/office/drawing/2010/main" val="0"/>
              </a:ext>
            </a:extLst>
          </a:blip>
          <a:srcRect l="14074" r="14074"/>
          <a:stretch/>
        </p:blipFill>
        <p:spPr>
          <a:xfrm>
            <a:off x="11353800" y="1739502"/>
            <a:ext cx="6030508" cy="6693695"/>
          </a:xfrm>
          <a:prstGeom prst="rect">
            <a:avLst/>
          </a:prstGeom>
        </p:spPr>
      </p:pic>
      <p:sp>
        <p:nvSpPr>
          <p:cNvPr id="30" name="Rectangle 29">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309" y="172789"/>
            <a:ext cx="17909382" cy="9941421"/>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61F2F60-14E3-4196-B7CE-175E46F044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691" y="1739503"/>
            <a:ext cx="16480617" cy="6693695"/>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7547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7F636E-AC1B-EF3C-284F-6A12F72CD0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0068" y="909046"/>
            <a:ext cx="15327864" cy="8468907"/>
          </a:xfrm>
          <a:prstGeom prst="rect">
            <a:avLst/>
          </a:prstGeom>
        </p:spPr>
      </p:pic>
    </p:spTree>
    <p:extLst>
      <p:ext uri="{BB962C8B-B14F-4D97-AF65-F5344CB8AC3E}">
        <p14:creationId xmlns:p14="http://schemas.microsoft.com/office/powerpoint/2010/main" val="399344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F0387C-352A-314C-9FB6-1710A4311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1015" y="937625"/>
            <a:ext cx="15365969" cy="8411749"/>
          </a:xfrm>
          <a:prstGeom prst="rect">
            <a:avLst/>
          </a:prstGeom>
        </p:spPr>
      </p:pic>
    </p:spTree>
    <p:extLst>
      <p:ext uri="{BB962C8B-B14F-4D97-AF65-F5344CB8AC3E}">
        <p14:creationId xmlns:p14="http://schemas.microsoft.com/office/powerpoint/2010/main" val="3608602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4E58E2-9DA4-7599-A76E-9472C5BB6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726" y="937625"/>
            <a:ext cx="15394548" cy="8411749"/>
          </a:xfrm>
          <a:prstGeom prst="rect">
            <a:avLst/>
          </a:prstGeom>
        </p:spPr>
      </p:pic>
    </p:spTree>
    <p:extLst>
      <p:ext uri="{BB962C8B-B14F-4D97-AF65-F5344CB8AC3E}">
        <p14:creationId xmlns:p14="http://schemas.microsoft.com/office/powerpoint/2010/main" val="2306522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F36907-7A90-5611-5972-D4C19417D94E}"/>
              </a:ext>
            </a:extLst>
          </p:cNvPr>
          <p:cNvSpPr txBox="1"/>
          <p:nvPr/>
        </p:nvSpPr>
        <p:spPr>
          <a:xfrm>
            <a:off x="4572000" y="4960540"/>
            <a:ext cx="9144000" cy="369332"/>
          </a:xfrm>
          <a:prstGeom prst="rect">
            <a:avLst/>
          </a:prstGeom>
          <a:noFill/>
        </p:spPr>
        <p:txBody>
          <a:bodyPr wrap="square">
            <a:spAutoFit/>
          </a:bodyPr>
          <a:lstStyle/>
          <a:p>
            <a:endParaRPr lang="en-GB"/>
          </a:p>
        </p:txBody>
      </p:sp>
      <p:pic>
        <p:nvPicPr>
          <p:cNvPr id="4" name="Picture 3">
            <a:extLst>
              <a:ext uri="{FF2B5EF4-FFF2-40B4-BE49-F238E27FC236}">
                <a16:creationId xmlns:a16="http://schemas.microsoft.com/office/drawing/2014/main" id="{5443C87B-8F4B-D0B2-2879-C19610550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698" y="985257"/>
            <a:ext cx="17766604" cy="8316486"/>
          </a:xfrm>
          <a:prstGeom prst="rect">
            <a:avLst/>
          </a:prstGeom>
        </p:spPr>
      </p:pic>
    </p:spTree>
    <p:extLst>
      <p:ext uri="{BB962C8B-B14F-4D97-AF65-F5344CB8AC3E}">
        <p14:creationId xmlns:p14="http://schemas.microsoft.com/office/powerpoint/2010/main" val="979996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07C0A7-B66D-387F-F47A-DAD5BF5AAA59}"/>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08373A3F-54E0-424E-A84D-3522122109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38815B73-9900-6E45-47A4-DA433D8F0EEE}"/>
              </a:ext>
            </a:extLst>
          </p:cNvPr>
          <p:cNvSpPr>
            <a:spLocks noGrp="1"/>
          </p:cNvSpPr>
          <p:nvPr>
            <p:ph type="ctrTitle"/>
          </p:nvPr>
        </p:nvSpPr>
        <p:spPr>
          <a:xfrm>
            <a:off x="6531769" y="1262062"/>
            <a:ext cx="5257800" cy="7615238"/>
          </a:xfrm>
        </p:spPr>
        <p:txBody>
          <a:bodyPr>
            <a:noAutofit/>
          </a:bodyPr>
          <a:lstStyle/>
          <a:p>
            <a:pPr>
              <a:lnSpc>
                <a:spcPct val="90000"/>
              </a:lnSpc>
            </a:pPr>
            <a:r>
              <a:rPr lang="en-US" sz="2400" b="1" dirty="0">
                <a:solidFill>
                  <a:schemeClr val="bg1"/>
                </a:solidFill>
              </a:rPr>
              <a:t>Digital Youth Voice</a:t>
            </a:r>
            <a:br>
              <a:rPr lang="en-US" sz="2400" b="1" dirty="0">
                <a:solidFill>
                  <a:schemeClr val="bg1"/>
                </a:solidFill>
              </a:rPr>
            </a:br>
            <a:r>
              <a:rPr lang="en-US" sz="2400" b="1" dirty="0">
                <a:solidFill>
                  <a:schemeClr val="bg1"/>
                </a:solidFill>
              </a:rPr>
              <a:t>Platform </a:t>
            </a:r>
            <a:br>
              <a:rPr lang="en-US" sz="2400" b="1" dirty="0">
                <a:solidFill>
                  <a:schemeClr val="bg1"/>
                </a:solidFill>
              </a:rPr>
            </a:br>
            <a:r>
              <a:rPr lang="en-US" sz="2400" b="1" dirty="0">
                <a:solidFill>
                  <a:schemeClr val="bg1"/>
                </a:solidFill>
              </a:rPr>
              <a:t>‘</a:t>
            </a:r>
            <a:r>
              <a:rPr lang="en-US" sz="2800" b="1" dirty="0">
                <a:solidFill>
                  <a:schemeClr val="bg1"/>
                </a:solidFill>
              </a:rPr>
              <a:t>The Scoop’</a:t>
            </a:r>
            <a:br>
              <a:rPr lang="en-US" sz="2400" b="1" dirty="0">
                <a:solidFill>
                  <a:schemeClr val="bg1"/>
                </a:solidFill>
              </a:rPr>
            </a:br>
            <a:br>
              <a:rPr lang="en-US" sz="2400" dirty="0">
                <a:solidFill>
                  <a:schemeClr val="bg1"/>
                </a:solidFill>
              </a:rPr>
            </a:br>
            <a:r>
              <a:rPr lang="en-US" sz="2400" dirty="0">
                <a:solidFill>
                  <a:schemeClr val="bg1"/>
                </a:solidFill>
              </a:rPr>
              <a:t>Instagram launched (currently at 78 </a:t>
            </a:r>
            <a:r>
              <a:rPr lang="en-US" sz="2400" dirty="0" err="1">
                <a:solidFill>
                  <a:schemeClr val="bg1"/>
                </a:solidFill>
              </a:rPr>
              <a:t>folllowers</a:t>
            </a:r>
            <a:r>
              <a:rPr lang="en-US" sz="2400" dirty="0">
                <a:solidFill>
                  <a:schemeClr val="bg1"/>
                </a:solidFill>
              </a:rPr>
              <a:t>), </a:t>
            </a:r>
            <a:r>
              <a:rPr lang="en-US" sz="2400" dirty="0" err="1">
                <a:solidFill>
                  <a:schemeClr val="bg1"/>
                </a:solidFill>
              </a:rPr>
              <a:t>youtube</a:t>
            </a:r>
            <a:r>
              <a:rPr lang="en-US" sz="2400" dirty="0">
                <a:solidFill>
                  <a:schemeClr val="bg1"/>
                </a:solidFill>
              </a:rPr>
              <a:t> channel and website up and running by the end of September to host content.</a:t>
            </a:r>
            <a:br>
              <a:rPr lang="en-US" sz="2400" dirty="0">
                <a:solidFill>
                  <a:schemeClr val="bg1"/>
                </a:solidFill>
              </a:rPr>
            </a:br>
            <a:br>
              <a:rPr lang="en-US" sz="2400" dirty="0">
                <a:solidFill>
                  <a:schemeClr val="bg1"/>
                </a:solidFill>
              </a:rPr>
            </a:br>
            <a:r>
              <a:rPr lang="en-US" sz="2400" dirty="0">
                <a:solidFill>
                  <a:schemeClr val="bg1"/>
                </a:solidFill>
              </a:rPr>
              <a:t>First pieces of longform being released in September focusing on Education, Employment and Training  from our Content Editor and all 3 content creators: an animation, written blog and interview vlog. </a:t>
            </a:r>
            <a:br>
              <a:rPr lang="en-US" sz="2400" dirty="0">
                <a:solidFill>
                  <a:schemeClr val="bg1"/>
                </a:solidFill>
              </a:rPr>
            </a:br>
            <a:br>
              <a:rPr lang="en-US" sz="2400" dirty="0">
                <a:solidFill>
                  <a:schemeClr val="bg1"/>
                </a:solidFill>
              </a:rPr>
            </a:br>
            <a:r>
              <a:rPr lang="en-US" sz="2400" dirty="0">
                <a:solidFill>
                  <a:schemeClr val="bg1"/>
                </a:solidFill>
                <a:hlinkClick r:id="rId2">
                  <a:extLst>
                    <a:ext uri="{A12FA001-AC4F-418D-AE19-62706E023703}">
                      <ahyp:hlinkClr xmlns:ahyp="http://schemas.microsoft.com/office/drawing/2018/hyperlinkcolor" val="tx"/>
                    </a:ext>
                  </a:extLst>
                </a:hlinkClick>
              </a:rPr>
              <a:t>How The Education System Fails Neurodivergent Students - The Scoop - Bristol Play and Youth Alliance</a:t>
            </a:r>
            <a:br>
              <a:rPr lang="en-US" sz="2400" dirty="0">
                <a:solidFill>
                  <a:schemeClr val="bg1"/>
                </a:solidFill>
              </a:rPr>
            </a:br>
            <a:br>
              <a:rPr lang="en-US" sz="2400" dirty="0">
                <a:solidFill>
                  <a:schemeClr val="bg1"/>
                </a:solidFill>
              </a:rPr>
            </a:br>
            <a:r>
              <a:rPr lang="en-US" sz="2400" dirty="0">
                <a:solidFill>
                  <a:schemeClr val="bg1"/>
                </a:solidFill>
              </a:rPr>
              <a:t>4 x commissions scheduled and in progress to bring in other young people's voices with a focus on: the experience of young carers, trans awareness, a Romanian young person looking at Heritage through folklore, and a female creative events collective. </a:t>
            </a:r>
            <a:br>
              <a:rPr lang="en-US" sz="2400" dirty="0">
                <a:solidFill>
                  <a:schemeClr val="bg1"/>
                </a:solidFill>
              </a:rPr>
            </a:br>
            <a:endParaRPr lang="en-GB" sz="2400" dirty="0">
              <a:solidFill>
                <a:schemeClr val="bg1"/>
              </a:solidFill>
            </a:endParaRPr>
          </a:p>
        </p:txBody>
      </p:sp>
      <p:grpSp>
        <p:nvGrpSpPr>
          <p:cNvPr id="37" name="Group 36">
            <a:extLst>
              <a:ext uri="{FF2B5EF4-FFF2-40B4-BE49-F238E27FC236}">
                <a16:creationId xmlns:a16="http://schemas.microsoft.com/office/drawing/2014/main" id="{B7BAEF06-AB74-442C-8C30-B88233FD836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6131461" cy="10287000"/>
            <a:chOff x="1" y="0"/>
            <a:chExt cx="4087640" cy="6858000"/>
          </a:xfrm>
          <a:effectLst>
            <a:outerShdw blurRad="381000" dist="152400" algn="ctr" rotWithShape="0">
              <a:srgbClr val="000000">
                <a:alpha val="10000"/>
              </a:srgbClr>
            </a:outerShdw>
          </a:effectLst>
        </p:grpSpPr>
        <p:grpSp>
          <p:nvGrpSpPr>
            <p:cNvPr id="38" name="Group 37">
              <a:extLst>
                <a:ext uri="{FF2B5EF4-FFF2-40B4-BE49-F238E27FC236}">
                  <a16:creationId xmlns:a16="http://schemas.microsoft.com/office/drawing/2014/main" id="{BDFD9AA5-A6A4-499F-BB09-5CD7F814589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 y="0"/>
              <a:ext cx="3986041" cy="6858000"/>
              <a:chOff x="1" y="0"/>
              <a:chExt cx="3986041" cy="6858000"/>
            </a:xfrm>
          </p:grpSpPr>
          <p:sp>
            <p:nvSpPr>
              <p:cNvPr id="42" name="Freeform: Shape 41">
                <a:extLst>
                  <a:ext uri="{FF2B5EF4-FFF2-40B4-BE49-F238E27FC236}">
                    <a16:creationId xmlns:a16="http://schemas.microsoft.com/office/drawing/2014/main" id="{5F499571-4EEA-4442-B71C-2972335B3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3986041" cy="6858000"/>
              </a:xfrm>
              <a:custGeom>
                <a:avLst/>
                <a:gdLst>
                  <a:gd name="connsiteX0" fmla="*/ 0 w 3986041"/>
                  <a:gd name="connsiteY0" fmla="*/ 0 h 6858000"/>
                  <a:gd name="connsiteX1" fmla="*/ 3066495 w 3986041"/>
                  <a:gd name="connsiteY1" fmla="*/ 0 h 6858000"/>
                  <a:gd name="connsiteX2" fmla="*/ 3427241 w 3986041"/>
                  <a:gd name="connsiteY2" fmla="*/ 1211943 h 6858000"/>
                  <a:gd name="connsiteX3" fmla="*/ 3986041 w 3986041"/>
                  <a:gd name="connsiteY3" fmla="*/ 4122057 h 6858000"/>
                  <a:gd name="connsiteX4" fmla="*/ 3751724 w 3986041"/>
                  <a:gd name="connsiteY4" fmla="*/ 6858000 h 6858000"/>
                  <a:gd name="connsiteX5" fmla="*/ 0 w 3986041"/>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6041" h="6858000">
                    <a:moveTo>
                      <a:pt x="0" y="0"/>
                    </a:moveTo>
                    <a:lnTo>
                      <a:pt x="3066495" y="0"/>
                    </a:lnTo>
                    <a:lnTo>
                      <a:pt x="3427241" y="1211943"/>
                    </a:lnTo>
                    <a:lnTo>
                      <a:pt x="3986041" y="4122057"/>
                    </a:lnTo>
                    <a:lnTo>
                      <a:pt x="3751724" y="6858000"/>
                    </a:lnTo>
                    <a:lnTo>
                      <a:pt x="0" y="6858000"/>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9FFC7284-7A71-4F33-AB06-E0D1EB1CA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3986041" cy="6858000"/>
              </a:xfrm>
              <a:custGeom>
                <a:avLst/>
                <a:gdLst>
                  <a:gd name="connsiteX0" fmla="*/ 0 w 3986041"/>
                  <a:gd name="connsiteY0" fmla="*/ 0 h 6858000"/>
                  <a:gd name="connsiteX1" fmla="*/ 3066495 w 3986041"/>
                  <a:gd name="connsiteY1" fmla="*/ 0 h 6858000"/>
                  <a:gd name="connsiteX2" fmla="*/ 3427241 w 3986041"/>
                  <a:gd name="connsiteY2" fmla="*/ 1211943 h 6858000"/>
                  <a:gd name="connsiteX3" fmla="*/ 3986041 w 3986041"/>
                  <a:gd name="connsiteY3" fmla="*/ 4122057 h 6858000"/>
                  <a:gd name="connsiteX4" fmla="*/ 3751724 w 3986041"/>
                  <a:gd name="connsiteY4" fmla="*/ 6858000 h 6858000"/>
                  <a:gd name="connsiteX5" fmla="*/ 0 w 3986041"/>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6041" h="6858000">
                    <a:moveTo>
                      <a:pt x="0" y="0"/>
                    </a:moveTo>
                    <a:lnTo>
                      <a:pt x="3066495" y="0"/>
                    </a:lnTo>
                    <a:lnTo>
                      <a:pt x="3427241" y="1211943"/>
                    </a:lnTo>
                    <a:lnTo>
                      <a:pt x="3986041" y="4122057"/>
                    </a:lnTo>
                    <a:lnTo>
                      <a:pt x="3751724" y="6858000"/>
                    </a:lnTo>
                    <a:lnTo>
                      <a:pt x="0" y="685800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C27F758D-B23C-459E-AD21-6621782C72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748588" y="0"/>
              <a:ext cx="1339053" cy="6858000"/>
              <a:chOff x="2748588" y="0"/>
              <a:chExt cx="1339053" cy="6858000"/>
            </a:xfrm>
          </p:grpSpPr>
          <p:sp>
            <p:nvSpPr>
              <p:cNvPr id="40" name="Freeform: Shape 39">
                <a:extLst>
                  <a:ext uri="{FF2B5EF4-FFF2-40B4-BE49-F238E27FC236}">
                    <a16:creationId xmlns:a16="http://schemas.microsoft.com/office/drawing/2014/main" id="{08DD5D69-A882-48D7-ACFB-68E2DC6B04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A2432BD6-3DCC-4397-BD7F-3FE84F3210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4" name="Picture 3">
            <a:extLst>
              <a:ext uri="{FF2B5EF4-FFF2-40B4-BE49-F238E27FC236}">
                <a16:creationId xmlns:a16="http://schemas.microsoft.com/office/drawing/2014/main" id="{C850BAEC-C813-1D58-B987-A5FA39D1FD82}"/>
              </a:ext>
            </a:extLst>
          </p:cNvPr>
          <p:cNvPicPr>
            <a:picLocks noChangeAspect="1"/>
          </p:cNvPicPr>
          <p:nvPr/>
        </p:nvPicPr>
        <p:blipFill>
          <a:blip r:embed="rId4">
            <a:extLst>
              <a:ext uri="{28A0092B-C50C-407E-A947-70E740481C1C}">
                <a14:useLocalDpi xmlns:a14="http://schemas.microsoft.com/office/drawing/2010/main" val="0"/>
              </a:ext>
            </a:extLst>
          </a:blip>
          <a:srcRect t="17473" r="-1" b="1407"/>
          <a:stretch>
            <a:fillRect/>
          </a:stretch>
        </p:blipFill>
        <p:spPr>
          <a:xfrm>
            <a:off x="940171" y="2286001"/>
            <a:ext cx="3258396" cy="5715000"/>
          </a:xfrm>
          <a:prstGeom prst="rect">
            <a:avLst/>
          </a:prstGeom>
        </p:spPr>
      </p:pic>
      <p:grpSp>
        <p:nvGrpSpPr>
          <p:cNvPr id="45" name="Group 44">
            <a:extLst>
              <a:ext uri="{FF2B5EF4-FFF2-40B4-BE49-F238E27FC236}">
                <a16:creationId xmlns:a16="http://schemas.microsoft.com/office/drawing/2014/main" id="{C9829185-6353-4E3C-B082-AA7F5193916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12156539" y="0"/>
            <a:ext cx="6131461" cy="10287000"/>
            <a:chOff x="1" y="0"/>
            <a:chExt cx="4087640" cy="6858000"/>
          </a:xfrm>
          <a:effectLst>
            <a:outerShdw blurRad="381000" dist="152400" algn="ctr" rotWithShape="0">
              <a:srgbClr val="000000">
                <a:alpha val="10000"/>
              </a:srgbClr>
            </a:outerShdw>
          </a:effectLst>
        </p:grpSpPr>
        <p:grpSp>
          <p:nvGrpSpPr>
            <p:cNvPr id="46" name="Group 45">
              <a:extLst>
                <a:ext uri="{FF2B5EF4-FFF2-40B4-BE49-F238E27FC236}">
                  <a16:creationId xmlns:a16="http://schemas.microsoft.com/office/drawing/2014/main" id="{BB7BB359-8B77-484C-B9CD-6376139A3AB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 y="0"/>
              <a:ext cx="3986041" cy="6858000"/>
              <a:chOff x="1" y="0"/>
              <a:chExt cx="3986041" cy="6858000"/>
            </a:xfrm>
          </p:grpSpPr>
          <p:sp>
            <p:nvSpPr>
              <p:cNvPr id="50" name="Freeform: Shape 49">
                <a:extLst>
                  <a:ext uri="{FF2B5EF4-FFF2-40B4-BE49-F238E27FC236}">
                    <a16:creationId xmlns:a16="http://schemas.microsoft.com/office/drawing/2014/main" id="{AA96BE9D-5B3B-4CA9-8895-33FAA3804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3986041" cy="6858000"/>
              </a:xfrm>
              <a:custGeom>
                <a:avLst/>
                <a:gdLst>
                  <a:gd name="connsiteX0" fmla="*/ 0 w 3986041"/>
                  <a:gd name="connsiteY0" fmla="*/ 0 h 6858000"/>
                  <a:gd name="connsiteX1" fmla="*/ 3066495 w 3986041"/>
                  <a:gd name="connsiteY1" fmla="*/ 0 h 6858000"/>
                  <a:gd name="connsiteX2" fmla="*/ 3427241 w 3986041"/>
                  <a:gd name="connsiteY2" fmla="*/ 1211943 h 6858000"/>
                  <a:gd name="connsiteX3" fmla="*/ 3986041 w 3986041"/>
                  <a:gd name="connsiteY3" fmla="*/ 4122057 h 6858000"/>
                  <a:gd name="connsiteX4" fmla="*/ 3751724 w 3986041"/>
                  <a:gd name="connsiteY4" fmla="*/ 6858000 h 6858000"/>
                  <a:gd name="connsiteX5" fmla="*/ 0 w 3986041"/>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6041" h="6858000">
                    <a:moveTo>
                      <a:pt x="0" y="0"/>
                    </a:moveTo>
                    <a:lnTo>
                      <a:pt x="3066495" y="0"/>
                    </a:lnTo>
                    <a:lnTo>
                      <a:pt x="3427241" y="1211943"/>
                    </a:lnTo>
                    <a:lnTo>
                      <a:pt x="3986041" y="4122057"/>
                    </a:lnTo>
                    <a:lnTo>
                      <a:pt x="3751724" y="6858000"/>
                    </a:lnTo>
                    <a:lnTo>
                      <a:pt x="0" y="6858000"/>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7840E2BF-E954-4173-BF70-2DAE9E19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3986041" cy="6858000"/>
              </a:xfrm>
              <a:custGeom>
                <a:avLst/>
                <a:gdLst>
                  <a:gd name="connsiteX0" fmla="*/ 0 w 3986041"/>
                  <a:gd name="connsiteY0" fmla="*/ 0 h 6858000"/>
                  <a:gd name="connsiteX1" fmla="*/ 3066495 w 3986041"/>
                  <a:gd name="connsiteY1" fmla="*/ 0 h 6858000"/>
                  <a:gd name="connsiteX2" fmla="*/ 3427241 w 3986041"/>
                  <a:gd name="connsiteY2" fmla="*/ 1211943 h 6858000"/>
                  <a:gd name="connsiteX3" fmla="*/ 3986041 w 3986041"/>
                  <a:gd name="connsiteY3" fmla="*/ 4122057 h 6858000"/>
                  <a:gd name="connsiteX4" fmla="*/ 3751724 w 3986041"/>
                  <a:gd name="connsiteY4" fmla="*/ 6858000 h 6858000"/>
                  <a:gd name="connsiteX5" fmla="*/ 0 w 3986041"/>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86041" h="6858000">
                    <a:moveTo>
                      <a:pt x="0" y="0"/>
                    </a:moveTo>
                    <a:lnTo>
                      <a:pt x="3066495" y="0"/>
                    </a:lnTo>
                    <a:lnTo>
                      <a:pt x="3427241" y="1211943"/>
                    </a:lnTo>
                    <a:lnTo>
                      <a:pt x="3986041" y="4122057"/>
                    </a:lnTo>
                    <a:lnTo>
                      <a:pt x="3751724" y="6858000"/>
                    </a:lnTo>
                    <a:lnTo>
                      <a:pt x="0" y="685800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3F125B5A-DFAC-4B6D-B14F-287F8C436AA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748588" y="0"/>
              <a:ext cx="1339053" cy="6858000"/>
              <a:chOff x="2748588" y="0"/>
              <a:chExt cx="1339053" cy="6858000"/>
            </a:xfrm>
          </p:grpSpPr>
          <p:sp>
            <p:nvSpPr>
              <p:cNvPr id="48" name="Freeform: Shape 47">
                <a:extLst>
                  <a:ext uri="{FF2B5EF4-FFF2-40B4-BE49-F238E27FC236}">
                    <a16:creationId xmlns:a16="http://schemas.microsoft.com/office/drawing/2014/main" id="{6AF4804F-69E5-479A-9F45-C0E4631715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3CA5C733-38F9-4D36-A78D-0AB08CCBB5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748588" y="0"/>
                <a:ext cx="1339053" cy="6858000"/>
              </a:xfrm>
              <a:custGeom>
                <a:avLst/>
                <a:gdLst>
                  <a:gd name="connsiteX0" fmla="*/ 850532 w 1339053"/>
                  <a:gd name="connsiteY0" fmla="*/ 3481838 h 6858000"/>
                  <a:gd name="connsiteX1" fmla="*/ 877027 w 1339053"/>
                  <a:gd name="connsiteY1" fmla="*/ 3490955 h 6858000"/>
                  <a:gd name="connsiteX2" fmla="*/ 922718 w 1339053"/>
                  <a:gd name="connsiteY2" fmla="*/ 3516472 h 6858000"/>
                  <a:gd name="connsiteX3" fmla="*/ 1094179 w 1339053"/>
                  <a:gd name="connsiteY3" fmla="*/ 3567567 h 6858000"/>
                  <a:gd name="connsiteX4" fmla="*/ 1118891 w 1339053"/>
                  <a:gd name="connsiteY4" fmla="*/ 3568331 h 6858000"/>
                  <a:gd name="connsiteX5" fmla="*/ 1295961 w 1339053"/>
                  <a:gd name="connsiteY5" fmla="*/ 3584709 h 6858000"/>
                  <a:gd name="connsiteX6" fmla="*/ 1308070 w 1339053"/>
                  <a:gd name="connsiteY6" fmla="*/ 3585183 h 6858000"/>
                  <a:gd name="connsiteX7" fmla="*/ 1325263 w 1339053"/>
                  <a:gd name="connsiteY7" fmla="*/ 3705453 h 6858000"/>
                  <a:gd name="connsiteX8" fmla="*/ 1334107 w 1339053"/>
                  <a:gd name="connsiteY8" fmla="*/ 3772268 h 6858000"/>
                  <a:gd name="connsiteX9" fmla="*/ 1338203 w 1339053"/>
                  <a:gd name="connsiteY9" fmla="*/ 3831076 h 6858000"/>
                  <a:gd name="connsiteX10" fmla="*/ 1338805 w 1339053"/>
                  <a:gd name="connsiteY10" fmla="*/ 3839709 h 6858000"/>
                  <a:gd name="connsiteX11" fmla="*/ 1335635 w 1339053"/>
                  <a:gd name="connsiteY11" fmla="*/ 4118635 h 6858000"/>
                  <a:gd name="connsiteX12" fmla="*/ 1337171 w 1339053"/>
                  <a:gd name="connsiteY12" fmla="*/ 4209403 h 6858000"/>
                  <a:gd name="connsiteX13" fmla="*/ 1325840 w 1339053"/>
                  <a:gd name="connsiteY13" fmla="*/ 4309174 h 6858000"/>
                  <a:gd name="connsiteX14" fmla="*/ 1321122 w 1339053"/>
                  <a:gd name="connsiteY14" fmla="*/ 4473630 h 6858000"/>
                  <a:gd name="connsiteX15" fmla="*/ 1302196 w 1339053"/>
                  <a:gd name="connsiteY15" fmla="*/ 4791709 h 6858000"/>
                  <a:gd name="connsiteX16" fmla="*/ 1293239 w 1339053"/>
                  <a:gd name="connsiteY16" fmla="*/ 4860048 h 6858000"/>
                  <a:gd name="connsiteX17" fmla="*/ 1288829 w 1339053"/>
                  <a:gd name="connsiteY17" fmla="*/ 5039837 h 6858000"/>
                  <a:gd name="connsiteX18" fmla="*/ 1289584 w 1339053"/>
                  <a:gd name="connsiteY18" fmla="*/ 5148703 h 6858000"/>
                  <a:gd name="connsiteX19" fmla="*/ 1282205 w 1339053"/>
                  <a:gd name="connsiteY19" fmla="*/ 5236435 h 6858000"/>
                  <a:gd name="connsiteX20" fmla="*/ 1268145 w 1339053"/>
                  <a:gd name="connsiteY20" fmla="*/ 5311662 h 6858000"/>
                  <a:gd name="connsiteX21" fmla="*/ 1250547 w 1339053"/>
                  <a:gd name="connsiteY21" fmla="*/ 5515595 h 6858000"/>
                  <a:gd name="connsiteX22" fmla="*/ 1243323 w 1339053"/>
                  <a:gd name="connsiteY22" fmla="*/ 5596885 h 6858000"/>
                  <a:gd name="connsiteX23" fmla="*/ 1238303 w 1339053"/>
                  <a:gd name="connsiteY23" fmla="*/ 5812036 h 6858000"/>
                  <a:gd name="connsiteX24" fmla="*/ 1223551 w 1339053"/>
                  <a:gd name="connsiteY24" fmla="*/ 5991171 h 6858000"/>
                  <a:gd name="connsiteX25" fmla="*/ 1219699 w 1339053"/>
                  <a:gd name="connsiteY25" fmla="*/ 6066726 h 6858000"/>
                  <a:gd name="connsiteX26" fmla="*/ 1199935 w 1339053"/>
                  <a:gd name="connsiteY26" fmla="*/ 6236130 h 6858000"/>
                  <a:gd name="connsiteX27" fmla="*/ 1192857 w 1339053"/>
                  <a:gd name="connsiteY27" fmla="*/ 6333267 h 6858000"/>
                  <a:gd name="connsiteX28" fmla="*/ 1148174 w 1339053"/>
                  <a:gd name="connsiteY28" fmla="*/ 6561849 h 6858000"/>
                  <a:gd name="connsiteX29" fmla="*/ 1100424 w 1339053"/>
                  <a:gd name="connsiteY29" fmla="*/ 6797385 h 6858000"/>
                  <a:gd name="connsiteX30" fmla="*/ 1085621 w 1339053"/>
                  <a:gd name="connsiteY30" fmla="*/ 6858000 h 6858000"/>
                  <a:gd name="connsiteX31" fmla="*/ 932341 w 1339053"/>
                  <a:gd name="connsiteY31" fmla="*/ 6858000 h 6858000"/>
                  <a:gd name="connsiteX32" fmla="*/ 944496 w 1339053"/>
                  <a:gd name="connsiteY32" fmla="*/ 6829656 h 6858000"/>
                  <a:gd name="connsiteX33" fmla="*/ 913239 w 1339053"/>
                  <a:gd name="connsiteY33" fmla="*/ 6720119 h 6858000"/>
                  <a:gd name="connsiteX34" fmla="*/ 870682 w 1339053"/>
                  <a:gd name="connsiteY34" fmla="*/ 6655346 h 6858000"/>
                  <a:gd name="connsiteX35" fmla="*/ 846442 w 1339053"/>
                  <a:gd name="connsiteY35" fmla="*/ 6498594 h 6858000"/>
                  <a:gd name="connsiteX36" fmla="*/ 881150 w 1339053"/>
                  <a:gd name="connsiteY36" fmla="*/ 6473756 h 6858000"/>
                  <a:gd name="connsiteX37" fmla="*/ 922470 w 1339053"/>
                  <a:gd name="connsiteY37" fmla="*/ 6377035 h 6858000"/>
                  <a:gd name="connsiteX38" fmla="*/ 955039 w 1339053"/>
                  <a:gd name="connsiteY38" fmla="*/ 6268585 h 6858000"/>
                  <a:gd name="connsiteX39" fmla="*/ 1024350 w 1339053"/>
                  <a:gd name="connsiteY39" fmla="*/ 6083443 h 6858000"/>
                  <a:gd name="connsiteX40" fmla="*/ 999696 w 1339053"/>
                  <a:gd name="connsiteY40" fmla="*/ 5938416 h 6858000"/>
                  <a:gd name="connsiteX41" fmla="*/ 988342 w 1339053"/>
                  <a:gd name="connsiteY41" fmla="*/ 5882426 h 6858000"/>
                  <a:gd name="connsiteX42" fmla="*/ 985444 w 1339053"/>
                  <a:gd name="connsiteY42" fmla="*/ 5832438 h 6858000"/>
                  <a:gd name="connsiteX43" fmla="*/ 992016 w 1339053"/>
                  <a:gd name="connsiteY43" fmla="*/ 5777751 h 6858000"/>
                  <a:gd name="connsiteX44" fmla="*/ 995028 w 1339053"/>
                  <a:gd name="connsiteY44" fmla="*/ 5641832 h 6858000"/>
                  <a:gd name="connsiteX45" fmla="*/ 981247 w 1339053"/>
                  <a:gd name="connsiteY45" fmla="*/ 5562522 h 6858000"/>
                  <a:gd name="connsiteX46" fmla="*/ 995131 w 1339053"/>
                  <a:gd name="connsiteY46" fmla="*/ 5398075 h 6858000"/>
                  <a:gd name="connsiteX47" fmla="*/ 997379 w 1339053"/>
                  <a:gd name="connsiteY47" fmla="*/ 5283928 h 6858000"/>
                  <a:gd name="connsiteX48" fmla="*/ 979617 w 1339053"/>
                  <a:gd name="connsiteY48" fmla="*/ 5157396 h 6858000"/>
                  <a:gd name="connsiteX49" fmla="*/ 976441 w 1339053"/>
                  <a:gd name="connsiteY49" fmla="*/ 5139485 h 6858000"/>
                  <a:gd name="connsiteX50" fmla="*/ 953793 w 1339053"/>
                  <a:gd name="connsiteY50" fmla="*/ 5091862 h 6858000"/>
                  <a:gd name="connsiteX51" fmla="*/ 853056 w 1339053"/>
                  <a:gd name="connsiteY51" fmla="*/ 5001787 h 6858000"/>
                  <a:gd name="connsiteX52" fmla="*/ 833979 w 1339053"/>
                  <a:gd name="connsiteY52" fmla="*/ 4978966 h 6858000"/>
                  <a:gd name="connsiteX53" fmla="*/ 796995 w 1339053"/>
                  <a:gd name="connsiteY53" fmla="*/ 4813768 h 6858000"/>
                  <a:gd name="connsiteX54" fmla="*/ 820590 w 1339053"/>
                  <a:gd name="connsiteY54" fmla="*/ 4764057 h 6858000"/>
                  <a:gd name="connsiteX55" fmla="*/ 864688 w 1339053"/>
                  <a:gd name="connsiteY55" fmla="*/ 4714752 h 6858000"/>
                  <a:gd name="connsiteX56" fmla="*/ 910485 w 1339053"/>
                  <a:gd name="connsiteY56" fmla="*/ 4590911 h 6858000"/>
                  <a:gd name="connsiteX57" fmla="*/ 911445 w 1339053"/>
                  <a:gd name="connsiteY57" fmla="*/ 4539571 h 6858000"/>
                  <a:gd name="connsiteX58" fmla="*/ 900285 w 1339053"/>
                  <a:gd name="connsiteY58" fmla="*/ 4445837 h 6858000"/>
                  <a:gd name="connsiteX59" fmla="*/ 863237 w 1339053"/>
                  <a:gd name="connsiteY59" fmla="*/ 4364703 h 6858000"/>
                  <a:gd name="connsiteX60" fmla="*/ 798070 w 1339053"/>
                  <a:gd name="connsiteY60" fmla="*/ 4243284 h 6858000"/>
                  <a:gd name="connsiteX61" fmla="*/ 817097 w 1339053"/>
                  <a:gd name="connsiteY61" fmla="*/ 4054750 h 6858000"/>
                  <a:gd name="connsiteX62" fmla="*/ 826251 w 1339053"/>
                  <a:gd name="connsiteY62" fmla="*/ 3982801 h 6858000"/>
                  <a:gd name="connsiteX63" fmla="*/ 836848 w 1339053"/>
                  <a:gd name="connsiteY63" fmla="*/ 3784939 h 6858000"/>
                  <a:gd name="connsiteX64" fmla="*/ 841285 w 1339053"/>
                  <a:gd name="connsiteY64" fmla="*/ 3766755 h 6858000"/>
                  <a:gd name="connsiteX65" fmla="*/ 841284 w 1339053"/>
                  <a:gd name="connsiteY65" fmla="*/ 3766755 h 6858000"/>
                  <a:gd name="connsiteX66" fmla="*/ 852925 w 1339053"/>
                  <a:gd name="connsiteY66" fmla="*/ 3719034 h 6858000"/>
                  <a:gd name="connsiteX67" fmla="*/ 857932 w 1339053"/>
                  <a:gd name="connsiteY67" fmla="*/ 3696880 h 6858000"/>
                  <a:gd name="connsiteX68" fmla="*/ 853534 w 1339053"/>
                  <a:gd name="connsiteY68" fmla="*/ 3507036 h 6858000"/>
                  <a:gd name="connsiteX69" fmla="*/ 850226 w 1339053"/>
                  <a:gd name="connsiteY69" fmla="*/ 3485839 h 6858000"/>
                  <a:gd name="connsiteX70" fmla="*/ 0 w 1339053"/>
                  <a:gd name="connsiteY70" fmla="*/ 0 h 6858000"/>
                  <a:gd name="connsiteX71" fmla="*/ 455609 w 1339053"/>
                  <a:gd name="connsiteY71" fmla="*/ 0 h 6858000"/>
                  <a:gd name="connsiteX72" fmla="*/ 459171 w 1339053"/>
                  <a:gd name="connsiteY72" fmla="*/ 72395 h 6858000"/>
                  <a:gd name="connsiteX73" fmla="*/ 460041 w 1339053"/>
                  <a:gd name="connsiteY73" fmla="*/ 131917 h 6858000"/>
                  <a:gd name="connsiteX74" fmla="*/ 504421 w 1339053"/>
                  <a:gd name="connsiteY74" fmla="*/ 389691 h 6858000"/>
                  <a:gd name="connsiteX75" fmla="*/ 582097 w 1339053"/>
                  <a:gd name="connsiteY75" fmla="*/ 634609 h 6858000"/>
                  <a:gd name="connsiteX76" fmla="*/ 702468 w 1339053"/>
                  <a:gd name="connsiteY76" fmla="*/ 834019 h 6858000"/>
                  <a:gd name="connsiteX77" fmla="*/ 729203 w 1339053"/>
                  <a:gd name="connsiteY77" fmla="*/ 887701 h 6858000"/>
                  <a:gd name="connsiteX78" fmla="*/ 743787 w 1339053"/>
                  <a:gd name="connsiteY78" fmla="*/ 1016355 h 6858000"/>
                  <a:gd name="connsiteX79" fmla="*/ 750083 w 1339053"/>
                  <a:gd name="connsiteY79" fmla="*/ 1128060 h 6858000"/>
                  <a:gd name="connsiteX80" fmla="*/ 768866 w 1339053"/>
                  <a:gd name="connsiteY80" fmla="*/ 1213431 h 6858000"/>
                  <a:gd name="connsiteX81" fmla="*/ 787802 w 1339053"/>
                  <a:gd name="connsiteY81" fmla="*/ 1286432 h 6858000"/>
                  <a:gd name="connsiteX82" fmla="*/ 842837 w 1339053"/>
                  <a:gd name="connsiteY82" fmla="*/ 1455511 h 6858000"/>
                  <a:gd name="connsiteX83" fmla="*/ 877988 w 1339053"/>
                  <a:gd name="connsiteY83" fmla="*/ 1634814 h 6858000"/>
                  <a:gd name="connsiteX84" fmla="*/ 941063 w 1339053"/>
                  <a:gd name="connsiteY84" fmla="*/ 1789731 h 6858000"/>
                  <a:gd name="connsiteX85" fmla="*/ 980124 w 1339053"/>
                  <a:gd name="connsiteY85" fmla="*/ 1857657 h 6858000"/>
                  <a:gd name="connsiteX86" fmla="*/ 984484 w 1339053"/>
                  <a:gd name="connsiteY86" fmla="*/ 1976384 h 6858000"/>
                  <a:gd name="connsiteX87" fmla="*/ 1007189 w 1339053"/>
                  <a:gd name="connsiteY87" fmla="*/ 2110650 h 6858000"/>
                  <a:gd name="connsiteX88" fmla="*/ 1039893 w 1339053"/>
                  <a:gd name="connsiteY88" fmla="*/ 2211041 h 6858000"/>
                  <a:gd name="connsiteX89" fmla="*/ 1059162 w 1339053"/>
                  <a:gd name="connsiteY89" fmla="*/ 2286682 h 6858000"/>
                  <a:gd name="connsiteX90" fmla="*/ 1070522 w 1339053"/>
                  <a:gd name="connsiteY90" fmla="*/ 2388667 h 6858000"/>
                  <a:gd name="connsiteX91" fmla="*/ 1093939 w 1339053"/>
                  <a:gd name="connsiteY91" fmla="*/ 2494653 h 6858000"/>
                  <a:gd name="connsiteX92" fmla="*/ 1112007 w 1339053"/>
                  <a:gd name="connsiteY92" fmla="*/ 2548197 h 6858000"/>
                  <a:gd name="connsiteX93" fmla="*/ 1138346 w 1339053"/>
                  <a:gd name="connsiteY93" fmla="*/ 2649163 h 6858000"/>
                  <a:gd name="connsiteX94" fmla="*/ 1160337 w 1339053"/>
                  <a:gd name="connsiteY94" fmla="*/ 2751608 h 6858000"/>
                  <a:gd name="connsiteX95" fmla="*/ 1165737 w 1339053"/>
                  <a:gd name="connsiteY95" fmla="*/ 2933012 h 6858000"/>
                  <a:gd name="connsiteX96" fmla="*/ 1202029 w 1339053"/>
                  <a:gd name="connsiteY96" fmla="*/ 3107873 h 6858000"/>
                  <a:gd name="connsiteX97" fmla="*/ 1225692 w 1339053"/>
                  <a:gd name="connsiteY97" fmla="*/ 3244974 h 6858000"/>
                  <a:gd name="connsiteX98" fmla="*/ 1243916 w 1339053"/>
                  <a:gd name="connsiteY98" fmla="*/ 3326221 h 6858000"/>
                  <a:gd name="connsiteX99" fmla="*/ 1293067 w 1339053"/>
                  <a:gd name="connsiteY99" fmla="*/ 3480219 h 6858000"/>
                  <a:gd name="connsiteX100" fmla="*/ 1308071 w 1339053"/>
                  <a:gd name="connsiteY100" fmla="*/ 3585182 h 6858000"/>
                  <a:gd name="connsiteX101" fmla="*/ 1295962 w 1339053"/>
                  <a:gd name="connsiteY101" fmla="*/ 3584708 h 6858000"/>
                  <a:gd name="connsiteX102" fmla="*/ 1118893 w 1339053"/>
                  <a:gd name="connsiteY102" fmla="*/ 3568330 h 6858000"/>
                  <a:gd name="connsiteX103" fmla="*/ 1094179 w 1339053"/>
                  <a:gd name="connsiteY103" fmla="*/ 3567566 h 6858000"/>
                  <a:gd name="connsiteX104" fmla="*/ 922719 w 1339053"/>
                  <a:gd name="connsiteY104" fmla="*/ 3516472 h 6858000"/>
                  <a:gd name="connsiteX105" fmla="*/ 877028 w 1339053"/>
                  <a:gd name="connsiteY105" fmla="*/ 3490955 h 6858000"/>
                  <a:gd name="connsiteX106" fmla="*/ 850533 w 1339053"/>
                  <a:gd name="connsiteY106" fmla="*/ 3481837 h 6858000"/>
                  <a:gd name="connsiteX107" fmla="*/ 852113 w 1339053"/>
                  <a:gd name="connsiteY107" fmla="*/ 3461170 h 6858000"/>
                  <a:gd name="connsiteX108" fmla="*/ 831383 w 1339053"/>
                  <a:gd name="connsiteY108" fmla="*/ 3399179 h 6858000"/>
                  <a:gd name="connsiteX109" fmla="*/ 743141 w 1339053"/>
                  <a:gd name="connsiteY109" fmla="*/ 3320580 h 6858000"/>
                  <a:gd name="connsiteX110" fmla="*/ 713221 w 1339053"/>
                  <a:gd name="connsiteY110" fmla="*/ 3251241 h 6858000"/>
                  <a:gd name="connsiteX111" fmla="*/ 697098 w 1339053"/>
                  <a:gd name="connsiteY111" fmla="*/ 3202528 h 6858000"/>
                  <a:gd name="connsiteX112" fmla="*/ 664820 w 1339053"/>
                  <a:gd name="connsiteY112" fmla="*/ 3154190 h 6858000"/>
                  <a:gd name="connsiteX113" fmla="*/ 572501 w 1339053"/>
                  <a:gd name="connsiteY113" fmla="*/ 3087312 h 6858000"/>
                  <a:gd name="connsiteX114" fmla="*/ 497703 w 1339053"/>
                  <a:gd name="connsiteY114" fmla="*/ 3005243 h 6858000"/>
                  <a:gd name="connsiteX115" fmla="*/ 476984 w 1339053"/>
                  <a:gd name="connsiteY115" fmla="*/ 2892751 h 6858000"/>
                  <a:gd name="connsiteX116" fmla="*/ 468947 w 1339053"/>
                  <a:gd name="connsiteY116" fmla="*/ 2824527 h 6858000"/>
                  <a:gd name="connsiteX117" fmla="*/ 569138 w 1339053"/>
                  <a:gd name="connsiteY117" fmla="*/ 2595026 h 6858000"/>
                  <a:gd name="connsiteX118" fmla="*/ 645397 w 1339053"/>
                  <a:gd name="connsiteY118" fmla="*/ 2440808 h 6858000"/>
                  <a:gd name="connsiteX119" fmla="*/ 651820 w 1339053"/>
                  <a:gd name="connsiteY119" fmla="*/ 2384384 h 6858000"/>
                  <a:gd name="connsiteX120" fmla="*/ 612994 w 1339053"/>
                  <a:gd name="connsiteY120" fmla="*/ 2207332 h 6858000"/>
                  <a:gd name="connsiteX121" fmla="*/ 620894 w 1339053"/>
                  <a:gd name="connsiteY121" fmla="*/ 2046679 h 6858000"/>
                  <a:gd name="connsiteX122" fmla="*/ 644614 w 1339053"/>
                  <a:gd name="connsiteY122" fmla="*/ 1931265 h 6858000"/>
                  <a:gd name="connsiteX123" fmla="*/ 665994 w 1339053"/>
                  <a:gd name="connsiteY123" fmla="*/ 1832337 h 6858000"/>
                  <a:gd name="connsiteX124" fmla="*/ 678276 w 1339053"/>
                  <a:gd name="connsiteY124" fmla="*/ 1709437 h 6858000"/>
                  <a:gd name="connsiteX125" fmla="*/ 672955 w 1339053"/>
                  <a:gd name="connsiteY125" fmla="*/ 1636123 h 6858000"/>
                  <a:gd name="connsiteX126" fmla="*/ 668480 w 1339053"/>
                  <a:gd name="connsiteY126" fmla="*/ 1520749 h 6858000"/>
                  <a:gd name="connsiteX127" fmla="*/ 653920 w 1339053"/>
                  <a:gd name="connsiteY127" fmla="*/ 1399437 h 6858000"/>
                  <a:gd name="connsiteX128" fmla="*/ 612686 w 1339053"/>
                  <a:gd name="connsiteY128" fmla="*/ 1296979 h 6858000"/>
                  <a:gd name="connsiteX129" fmla="*/ 570220 w 1339053"/>
                  <a:gd name="connsiteY129" fmla="*/ 1235618 h 6858000"/>
                  <a:gd name="connsiteX130" fmla="*/ 529736 w 1339053"/>
                  <a:gd name="connsiteY130" fmla="*/ 1081752 h 6858000"/>
                  <a:gd name="connsiteX131" fmla="*/ 414305 w 1339053"/>
                  <a:gd name="connsiteY131" fmla="*/ 918292 h 6858000"/>
                  <a:gd name="connsiteX132" fmla="*/ 373924 w 1339053"/>
                  <a:gd name="connsiteY132" fmla="*/ 825689 h 6858000"/>
                  <a:gd name="connsiteX133" fmla="*/ 368949 w 1339053"/>
                  <a:gd name="connsiteY133" fmla="*/ 778726 h 6858000"/>
                  <a:gd name="connsiteX134" fmla="*/ 347020 w 1339053"/>
                  <a:gd name="connsiteY134" fmla="*/ 694643 h 6858000"/>
                  <a:gd name="connsiteX135" fmla="*/ 327478 w 1339053"/>
                  <a:gd name="connsiteY135" fmla="*/ 642898 h 6858000"/>
                  <a:gd name="connsiteX136" fmla="*/ 243468 w 1339053"/>
                  <a:gd name="connsiteY136" fmla="*/ 491960 h 6858000"/>
                  <a:gd name="connsiteX137" fmla="*/ 218930 w 1339053"/>
                  <a:gd name="connsiteY137" fmla="*/ 446010 h 6858000"/>
                  <a:gd name="connsiteX138" fmla="*/ 180614 w 1339053"/>
                  <a:gd name="connsiteY138" fmla="*/ 354892 h 6858000"/>
                  <a:gd name="connsiteX139" fmla="*/ 171988 w 1339053"/>
                  <a:gd name="connsiteY139" fmla="*/ 317521 h 6858000"/>
                  <a:gd name="connsiteX140" fmla="*/ 139875 w 1339053"/>
                  <a:gd name="connsiteY140" fmla="*/ 246378 h 6858000"/>
                  <a:gd name="connsiteX141" fmla="*/ 51499 w 1339053"/>
                  <a:gd name="connsiteY141" fmla="*/ 73211 h 6858000"/>
                  <a:gd name="connsiteX142" fmla="*/ 19690 w 1339053"/>
                  <a:gd name="connsiteY142" fmla="*/ 3662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9053" h="6858000">
                    <a:moveTo>
                      <a:pt x="850532" y="3481838"/>
                    </a:moveTo>
                    <a:lnTo>
                      <a:pt x="877027" y="3490955"/>
                    </a:lnTo>
                    <a:cubicBezTo>
                      <a:pt x="892941" y="3497986"/>
                      <a:pt x="908176" y="3506416"/>
                      <a:pt x="922718" y="3516472"/>
                    </a:cubicBezTo>
                    <a:cubicBezTo>
                      <a:pt x="967062" y="3547282"/>
                      <a:pt x="1027547" y="3564030"/>
                      <a:pt x="1094179" y="3567567"/>
                    </a:cubicBezTo>
                    <a:cubicBezTo>
                      <a:pt x="1102515" y="3567965"/>
                      <a:pt x="1113434" y="3565936"/>
                      <a:pt x="1118891" y="3568331"/>
                    </a:cubicBezTo>
                    <a:cubicBezTo>
                      <a:pt x="1180628" y="3594888"/>
                      <a:pt x="1237753" y="3586304"/>
                      <a:pt x="1295961" y="3584709"/>
                    </a:cubicBezTo>
                    <a:lnTo>
                      <a:pt x="1308070" y="3585183"/>
                    </a:lnTo>
                    <a:lnTo>
                      <a:pt x="1325263" y="3705453"/>
                    </a:lnTo>
                    <a:cubicBezTo>
                      <a:pt x="1328254" y="3727679"/>
                      <a:pt x="1331526" y="3749922"/>
                      <a:pt x="1334107" y="3772268"/>
                    </a:cubicBezTo>
                    <a:lnTo>
                      <a:pt x="1338203" y="3831076"/>
                    </a:lnTo>
                    <a:lnTo>
                      <a:pt x="1338805" y="3839709"/>
                    </a:lnTo>
                    <a:cubicBezTo>
                      <a:pt x="1339996" y="3932341"/>
                      <a:pt x="1336568" y="4025809"/>
                      <a:pt x="1335635" y="4118635"/>
                    </a:cubicBezTo>
                    <a:cubicBezTo>
                      <a:pt x="1335202" y="4148976"/>
                      <a:pt x="1338805" y="4178868"/>
                      <a:pt x="1337171" y="4209403"/>
                    </a:cubicBezTo>
                    <a:cubicBezTo>
                      <a:pt x="1335445" y="4242449"/>
                      <a:pt x="1327565" y="4276129"/>
                      <a:pt x="1325840" y="4309174"/>
                    </a:cubicBezTo>
                    <a:cubicBezTo>
                      <a:pt x="1322853" y="4364122"/>
                      <a:pt x="1323899" y="4418621"/>
                      <a:pt x="1321122" y="4473630"/>
                    </a:cubicBezTo>
                    <a:cubicBezTo>
                      <a:pt x="1315632" y="4579723"/>
                      <a:pt x="1309019" y="4685750"/>
                      <a:pt x="1302196" y="4791709"/>
                    </a:cubicBezTo>
                    <a:cubicBezTo>
                      <a:pt x="1300696" y="4814383"/>
                      <a:pt x="1294244" y="4837504"/>
                      <a:pt x="1293239" y="4860048"/>
                    </a:cubicBezTo>
                    <a:cubicBezTo>
                      <a:pt x="1290785" y="4919957"/>
                      <a:pt x="1289660" y="4979994"/>
                      <a:pt x="1288829" y="5039837"/>
                    </a:cubicBezTo>
                    <a:cubicBezTo>
                      <a:pt x="1288401" y="5076103"/>
                      <a:pt x="1290512" y="5112310"/>
                      <a:pt x="1289584" y="5148703"/>
                    </a:cubicBezTo>
                    <a:cubicBezTo>
                      <a:pt x="1288845" y="5177820"/>
                      <a:pt x="1286193" y="5207193"/>
                      <a:pt x="1282205" y="5236435"/>
                    </a:cubicBezTo>
                    <a:cubicBezTo>
                      <a:pt x="1278784" y="5261619"/>
                      <a:pt x="1270649" y="5286477"/>
                      <a:pt x="1268145" y="5311662"/>
                    </a:cubicBezTo>
                    <a:cubicBezTo>
                      <a:pt x="1261308" y="5379812"/>
                      <a:pt x="1256387" y="5447703"/>
                      <a:pt x="1250547" y="5515595"/>
                    </a:cubicBezTo>
                    <a:cubicBezTo>
                      <a:pt x="1248113" y="5542776"/>
                      <a:pt x="1244054" y="5570023"/>
                      <a:pt x="1243323" y="5596885"/>
                    </a:cubicBezTo>
                    <a:cubicBezTo>
                      <a:pt x="1241082" y="5668709"/>
                      <a:pt x="1241668" y="5740276"/>
                      <a:pt x="1238303" y="5812036"/>
                    </a:cubicBezTo>
                    <a:cubicBezTo>
                      <a:pt x="1235508" y="5871554"/>
                      <a:pt x="1228259" y="5931392"/>
                      <a:pt x="1223551" y="5991171"/>
                    </a:cubicBezTo>
                    <a:cubicBezTo>
                      <a:pt x="1221675" y="6016549"/>
                      <a:pt x="1222415" y="6041609"/>
                      <a:pt x="1219699" y="6066726"/>
                    </a:cubicBezTo>
                    <a:cubicBezTo>
                      <a:pt x="1213776" y="6123024"/>
                      <a:pt x="1205938" y="6179576"/>
                      <a:pt x="1199935" y="6236130"/>
                    </a:cubicBezTo>
                    <a:cubicBezTo>
                      <a:pt x="1196614" y="6268403"/>
                      <a:pt x="1198425" y="6301127"/>
                      <a:pt x="1192857" y="6333267"/>
                    </a:cubicBezTo>
                    <a:cubicBezTo>
                      <a:pt x="1179603" y="6409590"/>
                      <a:pt x="1163470" y="6485591"/>
                      <a:pt x="1148174" y="6561849"/>
                    </a:cubicBezTo>
                    <a:cubicBezTo>
                      <a:pt x="1132370" y="6640486"/>
                      <a:pt x="1117066" y="6719000"/>
                      <a:pt x="1100424" y="6797385"/>
                    </a:cubicBezTo>
                    <a:lnTo>
                      <a:pt x="1085621" y="6858000"/>
                    </a:lnTo>
                    <a:lnTo>
                      <a:pt x="932341" y="6858000"/>
                    </a:lnTo>
                    <a:lnTo>
                      <a:pt x="944496" y="6829656"/>
                    </a:lnTo>
                    <a:cubicBezTo>
                      <a:pt x="964836" y="6776399"/>
                      <a:pt x="953622" y="6744439"/>
                      <a:pt x="913239" y="6720119"/>
                    </a:cubicBezTo>
                    <a:cubicBezTo>
                      <a:pt x="890880" y="6706443"/>
                      <a:pt x="866986" y="6690318"/>
                      <a:pt x="870682" y="6655346"/>
                    </a:cubicBezTo>
                    <a:cubicBezTo>
                      <a:pt x="876846" y="6598274"/>
                      <a:pt x="889503" y="6540954"/>
                      <a:pt x="846442" y="6498594"/>
                    </a:cubicBezTo>
                    <a:cubicBezTo>
                      <a:pt x="862273" y="6487399"/>
                      <a:pt x="871751" y="6480449"/>
                      <a:pt x="881150" y="6473756"/>
                    </a:cubicBezTo>
                    <a:cubicBezTo>
                      <a:pt x="907245" y="6455292"/>
                      <a:pt x="930705" y="6407516"/>
                      <a:pt x="922470" y="6377035"/>
                    </a:cubicBezTo>
                    <a:cubicBezTo>
                      <a:pt x="910652" y="6332192"/>
                      <a:pt x="925705" y="6299028"/>
                      <a:pt x="955039" y="6268585"/>
                    </a:cubicBezTo>
                    <a:cubicBezTo>
                      <a:pt x="1003777" y="6217606"/>
                      <a:pt x="1017630" y="6148240"/>
                      <a:pt x="1024350" y="6083443"/>
                    </a:cubicBezTo>
                    <a:cubicBezTo>
                      <a:pt x="1029590" y="6034553"/>
                      <a:pt x="1028255" y="5980246"/>
                      <a:pt x="999696" y="5938416"/>
                    </a:cubicBezTo>
                    <a:cubicBezTo>
                      <a:pt x="990505" y="5925141"/>
                      <a:pt x="991039" y="5901884"/>
                      <a:pt x="988342" y="5882426"/>
                    </a:cubicBezTo>
                    <a:cubicBezTo>
                      <a:pt x="986229" y="5866254"/>
                      <a:pt x="984774" y="5849442"/>
                      <a:pt x="985444" y="5832438"/>
                    </a:cubicBezTo>
                    <a:cubicBezTo>
                      <a:pt x="986010" y="5814273"/>
                      <a:pt x="985042" y="5793656"/>
                      <a:pt x="992016" y="5777751"/>
                    </a:cubicBezTo>
                    <a:cubicBezTo>
                      <a:pt x="1012886" y="5729456"/>
                      <a:pt x="1014467" y="5686488"/>
                      <a:pt x="995028" y="5641832"/>
                    </a:cubicBezTo>
                    <a:cubicBezTo>
                      <a:pt x="984984" y="5618696"/>
                      <a:pt x="974301" y="5585771"/>
                      <a:pt x="981247" y="5562522"/>
                    </a:cubicBezTo>
                    <a:cubicBezTo>
                      <a:pt x="998041" y="5505913"/>
                      <a:pt x="997454" y="5454379"/>
                      <a:pt x="995131" y="5398075"/>
                    </a:cubicBezTo>
                    <a:cubicBezTo>
                      <a:pt x="993724" y="5361807"/>
                      <a:pt x="997229" y="5322258"/>
                      <a:pt x="997379" y="5283928"/>
                    </a:cubicBezTo>
                    <a:cubicBezTo>
                      <a:pt x="997473" y="5239095"/>
                      <a:pt x="1006631" y="5193105"/>
                      <a:pt x="979617" y="5157396"/>
                    </a:cubicBezTo>
                    <a:cubicBezTo>
                      <a:pt x="976728" y="5153402"/>
                      <a:pt x="978724" y="5144705"/>
                      <a:pt x="976441" y="5139485"/>
                    </a:cubicBezTo>
                    <a:cubicBezTo>
                      <a:pt x="969619" y="5122991"/>
                      <a:pt x="964828" y="5102888"/>
                      <a:pt x="953793" y="5091862"/>
                    </a:cubicBezTo>
                    <a:cubicBezTo>
                      <a:pt x="921506" y="5059884"/>
                      <a:pt x="886609" y="5031900"/>
                      <a:pt x="853056" y="5001787"/>
                    </a:cubicBezTo>
                    <a:cubicBezTo>
                      <a:pt x="845882" y="4995337"/>
                      <a:pt x="836325" y="4988437"/>
                      <a:pt x="833979" y="4978966"/>
                    </a:cubicBezTo>
                    <a:cubicBezTo>
                      <a:pt x="820602" y="4924328"/>
                      <a:pt x="808509" y="4869239"/>
                      <a:pt x="796995" y="4813768"/>
                    </a:cubicBezTo>
                    <a:cubicBezTo>
                      <a:pt x="792418" y="4791474"/>
                      <a:pt x="803209" y="4777314"/>
                      <a:pt x="820590" y="4764057"/>
                    </a:cubicBezTo>
                    <a:cubicBezTo>
                      <a:pt x="837188" y="4751123"/>
                      <a:pt x="855398" y="4734452"/>
                      <a:pt x="864688" y="4714752"/>
                    </a:cubicBezTo>
                    <a:cubicBezTo>
                      <a:pt x="883062" y="4675275"/>
                      <a:pt x="897521" y="4632902"/>
                      <a:pt x="910485" y="4590911"/>
                    </a:cubicBezTo>
                    <a:cubicBezTo>
                      <a:pt x="915338" y="4575199"/>
                      <a:pt x="912978" y="4556131"/>
                      <a:pt x="911445" y="4539571"/>
                    </a:cubicBezTo>
                    <a:cubicBezTo>
                      <a:pt x="908527" y="4508200"/>
                      <a:pt x="900999" y="4477659"/>
                      <a:pt x="900285" y="4445837"/>
                    </a:cubicBezTo>
                    <a:cubicBezTo>
                      <a:pt x="899539" y="4408923"/>
                      <a:pt x="887958" y="4383340"/>
                      <a:pt x="863237" y="4364703"/>
                    </a:cubicBezTo>
                    <a:cubicBezTo>
                      <a:pt x="826431" y="4336971"/>
                      <a:pt x="808536" y="4292507"/>
                      <a:pt x="798070" y="4243284"/>
                    </a:cubicBezTo>
                    <a:cubicBezTo>
                      <a:pt x="784617" y="4180721"/>
                      <a:pt x="805728" y="4117545"/>
                      <a:pt x="817097" y="4054750"/>
                    </a:cubicBezTo>
                    <a:cubicBezTo>
                      <a:pt x="821537" y="4030724"/>
                      <a:pt x="826632" y="4006057"/>
                      <a:pt x="826251" y="3982801"/>
                    </a:cubicBezTo>
                    <a:cubicBezTo>
                      <a:pt x="825347" y="3916709"/>
                      <a:pt x="825150" y="3850833"/>
                      <a:pt x="836848" y="3784939"/>
                    </a:cubicBezTo>
                    <a:lnTo>
                      <a:pt x="841285" y="3766755"/>
                    </a:lnTo>
                    <a:lnTo>
                      <a:pt x="841284" y="3766755"/>
                    </a:lnTo>
                    <a:lnTo>
                      <a:pt x="852925" y="3719034"/>
                    </a:lnTo>
                    <a:cubicBezTo>
                      <a:pt x="855152" y="3711822"/>
                      <a:pt x="856753" y="3704413"/>
                      <a:pt x="857932" y="3696880"/>
                    </a:cubicBezTo>
                    <a:cubicBezTo>
                      <a:pt x="868683" y="3631632"/>
                      <a:pt x="885300" y="3565939"/>
                      <a:pt x="853534" y="3507036"/>
                    </a:cubicBezTo>
                    <a:cubicBezTo>
                      <a:pt x="850623" y="3501622"/>
                      <a:pt x="849992" y="3494020"/>
                      <a:pt x="850226" y="3485839"/>
                    </a:cubicBezTo>
                    <a:close/>
                    <a:moveTo>
                      <a:pt x="0" y="0"/>
                    </a:moveTo>
                    <a:lnTo>
                      <a:pt x="455609" y="0"/>
                    </a:lnTo>
                    <a:lnTo>
                      <a:pt x="459171" y="72395"/>
                    </a:lnTo>
                    <a:cubicBezTo>
                      <a:pt x="459671" y="92301"/>
                      <a:pt x="456894" y="113171"/>
                      <a:pt x="460041" y="131917"/>
                    </a:cubicBezTo>
                    <a:cubicBezTo>
                      <a:pt x="474213" y="218122"/>
                      <a:pt x="492031" y="302910"/>
                      <a:pt x="504421" y="389691"/>
                    </a:cubicBezTo>
                    <a:cubicBezTo>
                      <a:pt x="517349" y="479177"/>
                      <a:pt x="539516" y="562489"/>
                      <a:pt x="582097" y="634609"/>
                    </a:cubicBezTo>
                    <a:cubicBezTo>
                      <a:pt x="621686" y="701573"/>
                      <a:pt x="662589" y="767248"/>
                      <a:pt x="702468" y="834019"/>
                    </a:cubicBezTo>
                    <a:cubicBezTo>
                      <a:pt x="712587" y="850968"/>
                      <a:pt x="725536" y="867665"/>
                      <a:pt x="729203" y="887701"/>
                    </a:cubicBezTo>
                    <a:cubicBezTo>
                      <a:pt x="736973" y="929321"/>
                      <a:pt x="740155" y="973193"/>
                      <a:pt x="743787" y="1016355"/>
                    </a:cubicBezTo>
                    <a:cubicBezTo>
                      <a:pt x="746786" y="1053398"/>
                      <a:pt x="745800" y="1091467"/>
                      <a:pt x="750083" y="1128060"/>
                    </a:cubicBezTo>
                    <a:cubicBezTo>
                      <a:pt x="753428" y="1157309"/>
                      <a:pt x="762038" y="1185083"/>
                      <a:pt x="768866" y="1213431"/>
                    </a:cubicBezTo>
                    <a:cubicBezTo>
                      <a:pt x="774767" y="1238107"/>
                      <a:pt x="778357" y="1264327"/>
                      <a:pt x="787802" y="1286432"/>
                    </a:cubicBezTo>
                    <a:cubicBezTo>
                      <a:pt x="810582" y="1340304"/>
                      <a:pt x="832653" y="1394242"/>
                      <a:pt x="842837" y="1455511"/>
                    </a:cubicBezTo>
                    <a:cubicBezTo>
                      <a:pt x="853049" y="1515944"/>
                      <a:pt x="867276" y="1574511"/>
                      <a:pt x="877988" y="1634814"/>
                    </a:cubicBezTo>
                    <a:cubicBezTo>
                      <a:pt x="888390" y="1693895"/>
                      <a:pt x="902813" y="1748857"/>
                      <a:pt x="941063" y="1789731"/>
                    </a:cubicBezTo>
                    <a:cubicBezTo>
                      <a:pt x="957906" y="1807908"/>
                      <a:pt x="975122" y="1831564"/>
                      <a:pt x="980124" y="1857657"/>
                    </a:cubicBezTo>
                    <a:cubicBezTo>
                      <a:pt x="987207" y="1894833"/>
                      <a:pt x="980788" y="1937150"/>
                      <a:pt x="984484" y="1976384"/>
                    </a:cubicBezTo>
                    <a:cubicBezTo>
                      <a:pt x="988781" y="2022576"/>
                      <a:pt x="988793" y="2074493"/>
                      <a:pt x="1007189" y="2110650"/>
                    </a:cubicBezTo>
                    <a:cubicBezTo>
                      <a:pt x="1023612" y="2142809"/>
                      <a:pt x="1034723" y="2173610"/>
                      <a:pt x="1039893" y="2211041"/>
                    </a:cubicBezTo>
                    <a:cubicBezTo>
                      <a:pt x="1043484" y="2237261"/>
                      <a:pt x="1057690" y="2260269"/>
                      <a:pt x="1059162" y="2286682"/>
                    </a:cubicBezTo>
                    <a:cubicBezTo>
                      <a:pt x="1061252" y="2321469"/>
                      <a:pt x="1060754" y="2355740"/>
                      <a:pt x="1070522" y="2388667"/>
                    </a:cubicBezTo>
                    <a:cubicBezTo>
                      <a:pt x="1080600" y="2422815"/>
                      <a:pt x="1085513" y="2459602"/>
                      <a:pt x="1093939" y="2494653"/>
                    </a:cubicBezTo>
                    <a:cubicBezTo>
                      <a:pt x="1098500" y="2513273"/>
                      <a:pt x="1106866" y="2529964"/>
                      <a:pt x="1112007" y="2548197"/>
                    </a:cubicBezTo>
                    <a:cubicBezTo>
                      <a:pt x="1121409" y="2581573"/>
                      <a:pt x="1130232" y="2615336"/>
                      <a:pt x="1138346" y="2649163"/>
                    </a:cubicBezTo>
                    <a:cubicBezTo>
                      <a:pt x="1146465" y="2682988"/>
                      <a:pt x="1157699" y="2716368"/>
                      <a:pt x="1160337" y="2751608"/>
                    </a:cubicBezTo>
                    <a:cubicBezTo>
                      <a:pt x="1164714" y="2811646"/>
                      <a:pt x="1159211" y="2873999"/>
                      <a:pt x="1165737" y="2933012"/>
                    </a:cubicBezTo>
                    <a:cubicBezTo>
                      <a:pt x="1172445" y="2992925"/>
                      <a:pt x="1185964" y="3051556"/>
                      <a:pt x="1202029" y="3107873"/>
                    </a:cubicBezTo>
                    <a:cubicBezTo>
                      <a:pt x="1214635" y="3152396"/>
                      <a:pt x="1227749" y="3194534"/>
                      <a:pt x="1225692" y="3244974"/>
                    </a:cubicBezTo>
                    <a:cubicBezTo>
                      <a:pt x="1224565" y="3273123"/>
                      <a:pt x="1231196" y="3305079"/>
                      <a:pt x="1243916" y="3326221"/>
                    </a:cubicBezTo>
                    <a:cubicBezTo>
                      <a:pt x="1271701" y="3372044"/>
                      <a:pt x="1285247" y="3423911"/>
                      <a:pt x="1293067" y="3480219"/>
                    </a:cubicBezTo>
                    <a:lnTo>
                      <a:pt x="1308071" y="3585182"/>
                    </a:lnTo>
                    <a:lnTo>
                      <a:pt x="1295962" y="3584708"/>
                    </a:lnTo>
                    <a:cubicBezTo>
                      <a:pt x="1237754" y="3586303"/>
                      <a:pt x="1180629" y="3594888"/>
                      <a:pt x="1118893" y="3568330"/>
                    </a:cubicBezTo>
                    <a:cubicBezTo>
                      <a:pt x="1113435" y="3565936"/>
                      <a:pt x="1102517" y="3567964"/>
                      <a:pt x="1094179" y="3567566"/>
                    </a:cubicBezTo>
                    <a:cubicBezTo>
                      <a:pt x="1027548" y="3564029"/>
                      <a:pt x="967064" y="3547281"/>
                      <a:pt x="922719" y="3516472"/>
                    </a:cubicBezTo>
                    <a:cubicBezTo>
                      <a:pt x="908178" y="3506414"/>
                      <a:pt x="892942" y="3497984"/>
                      <a:pt x="877028" y="3490955"/>
                    </a:cubicBezTo>
                    <a:lnTo>
                      <a:pt x="850533" y="3481837"/>
                    </a:lnTo>
                    <a:lnTo>
                      <a:pt x="852113" y="3461170"/>
                    </a:lnTo>
                    <a:cubicBezTo>
                      <a:pt x="854391" y="3434500"/>
                      <a:pt x="848474" y="3414331"/>
                      <a:pt x="831383" y="3399179"/>
                    </a:cubicBezTo>
                    <a:cubicBezTo>
                      <a:pt x="801767" y="3373388"/>
                      <a:pt x="773654" y="3344957"/>
                      <a:pt x="743141" y="3320580"/>
                    </a:cubicBezTo>
                    <a:cubicBezTo>
                      <a:pt x="722236" y="3303685"/>
                      <a:pt x="714543" y="3281842"/>
                      <a:pt x="713221" y="3251241"/>
                    </a:cubicBezTo>
                    <a:cubicBezTo>
                      <a:pt x="712555" y="3234106"/>
                      <a:pt x="704768" y="3217029"/>
                      <a:pt x="697098" y="3202528"/>
                    </a:cubicBezTo>
                    <a:cubicBezTo>
                      <a:pt x="687845" y="3184997"/>
                      <a:pt x="672212" y="3172554"/>
                      <a:pt x="664820" y="3154190"/>
                    </a:cubicBezTo>
                    <a:cubicBezTo>
                      <a:pt x="646169" y="3109209"/>
                      <a:pt x="616744" y="3087991"/>
                      <a:pt x="572501" y="3087312"/>
                    </a:cubicBezTo>
                    <a:cubicBezTo>
                      <a:pt x="533259" y="3086763"/>
                      <a:pt x="493731" y="3044085"/>
                      <a:pt x="497703" y="3005243"/>
                    </a:cubicBezTo>
                    <a:cubicBezTo>
                      <a:pt x="502030" y="2962279"/>
                      <a:pt x="490540" y="2928257"/>
                      <a:pt x="476984" y="2892751"/>
                    </a:cubicBezTo>
                    <a:cubicBezTo>
                      <a:pt x="469363" y="2872905"/>
                      <a:pt x="465404" y="2847135"/>
                      <a:pt x="468947" y="2824527"/>
                    </a:cubicBezTo>
                    <a:cubicBezTo>
                      <a:pt x="482188" y="2738605"/>
                      <a:pt x="520979" y="2665650"/>
                      <a:pt x="569138" y="2595026"/>
                    </a:cubicBezTo>
                    <a:cubicBezTo>
                      <a:pt x="600577" y="2548865"/>
                      <a:pt x="622260" y="2493483"/>
                      <a:pt x="645397" y="2440808"/>
                    </a:cubicBezTo>
                    <a:cubicBezTo>
                      <a:pt x="652529" y="2424387"/>
                      <a:pt x="655029" y="2401457"/>
                      <a:pt x="651820" y="2384384"/>
                    </a:cubicBezTo>
                    <a:cubicBezTo>
                      <a:pt x="640949" y="2324596"/>
                      <a:pt x="629163" y="2264805"/>
                      <a:pt x="612994" y="2207332"/>
                    </a:cubicBezTo>
                    <a:cubicBezTo>
                      <a:pt x="597678" y="2153787"/>
                      <a:pt x="601053" y="2099808"/>
                      <a:pt x="620894" y="2046679"/>
                    </a:cubicBezTo>
                    <a:cubicBezTo>
                      <a:pt x="635367" y="2007977"/>
                      <a:pt x="641110" y="1970814"/>
                      <a:pt x="644614" y="1931265"/>
                    </a:cubicBezTo>
                    <a:cubicBezTo>
                      <a:pt x="647465" y="1898285"/>
                      <a:pt x="653360" y="1862859"/>
                      <a:pt x="665994" y="1832337"/>
                    </a:cubicBezTo>
                    <a:cubicBezTo>
                      <a:pt x="683779" y="1789578"/>
                      <a:pt x="688928" y="1751381"/>
                      <a:pt x="678276" y="1709437"/>
                    </a:cubicBezTo>
                    <a:cubicBezTo>
                      <a:pt x="672576" y="1687079"/>
                      <a:pt x="673987" y="1660990"/>
                      <a:pt x="672955" y="1636123"/>
                    </a:cubicBezTo>
                    <a:cubicBezTo>
                      <a:pt x="671272" y="1597795"/>
                      <a:pt x="671867" y="1558758"/>
                      <a:pt x="668480" y="1520749"/>
                    </a:cubicBezTo>
                    <a:cubicBezTo>
                      <a:pt x="665050" y="1479903"/>
                      <a:pt x="655019" y="1440408"/>
                      <a:pt x="653920" y="1399437"/>
                    </a:cubicBezTo>
                    <a:cubicBezTo>
                      <a:pt x="652652" y="1355309"/>
                      <a:pt x="639893" y="1323154"/>
                      <a:pt x="612686" y="1296979"/>
                    </a:cubicBezTo>
                    <a:cubicBezTo>
                      <a:pt x="595576" y="1280408"/>
                      <a:pt x="578401" y="1259588"/>
                      <a:pt x="570220" y="1235618"/>
                    </a:cubicBezTo>
                    <a:cubicBezTo>
                      <a:pt x="553631" y="1186194"/>
                      <a:pt x="545669" y="1131821"/>
                      <a:pt x="529736" y="1081752"/>
                    </a:cubicBezTo>
                    <a:cubicBezTo>
                      <a:pt x="507466" y="1011390"/>
                      <a:pt x="481332" y="944631"/>
                      <a:pt x="414305" y="918292"/>
                    </a:cubicBezTo>
                    <a:cubicBezTo>
                      <a:pt x="377314" y="903769"/>
                      <a:pt x="368843" y="874065"/>
                      <a:pt x="373924" y="825689"/>
                    </a:cubicBezTo>
                    <a:cubicBezTo>
                      <a:pt x="375689" y="809590"/>
                      <a:pt x="376722" y="786203"/>
                      <a:pt x="368949" y="778726"/>
                    </a:cubicBezTo>
                    <a:cubicBezTo>
                      <a:pt x="345838" y="756354"/>
                      <a:pt x="349308" y="725824"/>
                      <a:pt x="347020" y="694643"/>
                    </a:cubicBezTo>
                    <a:cubicBezTo>
                      <a:pt x="345704" y="675894"/>
                      <a:pt x="339306" y="651346"/>
                      <a:pt x="327478" y="642898"/>
                    </a:cubicBezTo>
                    <a:cubicBezTo>
                      <a:pt x="279698" y="608395"/>
                      <a:pt x="263590" y="549247"/>
                      <a:pt x="243468" y="491960"/>
                    </a:cubicBezTo>
                    <a:cubicBezTo>
                      <a:pt x="237433" y="475142"/>
                      <a:pt x="230250" y="456843"/>
                      <a:pt x="218930" y="446010"/>
                    </a:cubicBezTo>
                    <a:cubicBezTo>
                      <a:pt x="194433" y="422927"/>
                      <a:pt x="180036" y="395344"/>
                      <a:pt x="180614" y="354892"/>
                    </a:cubicBezTo>
                    <a:cubicBezTo>
                      <a:pt x="180923" y="342010"/>
                      <a:pt x="176523" y="328798"/>
                      <a:pt x="171988" y="317521"/>
                    </a:cubicBezTo>
                    <a:cubicBezTo>
                      <a:pt x="162052" y="293291"/>
                      <a:pt x="148442" y="271315"/>
                      <a:pt x="139875" y="246378"/>
                    </a:cubicBezTo>
                    <a:cubicBezTo>
                      <a:pt x="117577" y="182780"/>
                      <a:pt x="95749" y="119890"/>
                      <a:pt x="51499" y="73211"/>
                    </a:cubicBezTo>
                    <a:cubicBezTo>
                      <a:pt x="40691" y="61834"/>
                      <a:pt x="29467" y="49763"/>
                      <a:pt x="19690" y="3662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7" name="Picture 6">
            <a:extLst>
              <a:ext uri="{FF2B5EF4-FFF2-40B4-BE49-F238E27FC236}">
                <a16:creationId xmlns:a16="http://schemas.microsoft.com/office/drawing/2014/main" id="{1A79FA50-0CC6-AE9D-A501-E07B808203B0}"/>
              </a:ext>
            </a:extLst>
          </p:cNvPr>
          <p:cNvPicPr>
            <a:picLocks noChangeAspect="1"/>
          </p:cNvPicPr>
          <p:nvPr/>
        </p:nvPicPr>
        <p:blipFill>
          <a:blip r:embed="rId5">
            <a:extLst>
              <a:ext uri="{28A0092B-C50C-407E-A947-70E740481C1C}">
                <a14:useLocalDpi xmlns:a14="http://schemas.microsoft.com/office/drawing/2010/main" val="0"/>
              </a:ext>
            </a:extLst>
          </a:blip>
          <a:srcRect t="16079" r="-1" b="2801"/>
          <a:stretch>
            <a:fillRect/>
          </a:stretch>
        </p:blipFill>
        <p:spPr>
          <a:xfrm>
            <a:off x="14138249" y="2285997"/>
            <a:ext cx="3258396" cy="5715000"/>
          </a:xfrm>
          <a:prstGeom prst="rect">
            <a:avLst/>
          </a:prstGeom>
        </p:spPr>
      </p:pic>
      <p:sp>
        <p:nvSpPr>
          <p:cNvPr id="8" name="TextBox 7">
            <a:extLst>
              <a:ext uri="{FF2B5EF4-FFF2-40B4-BE49-F238E27FC236}">
                <a16:creationId xmlns:a16="http://schemas.microsoft.com/office/drawing/2014/main" id="{425C7407-BDFE-0487-9FD0-F573D1B8C88F}"/>
              </a:ext>
            </a:extLst>
          </p:cNvPr>
          <p:cNvSpPr txBox="1"/>
          <p:nvPr/>
        </p:nvSpPr>
        <p:spPr>
          <a:xfrm>
            <a:off x="946404" y="4210812"/>
            <a:ext cx="5143500" cy="5116068"/>
          </a:xfrm>
          <a:prstGeom prst="rect">
            <a:avLst/>
          </a:prstGeom>
        </p:spPr>
        <p:txBody>
          <a:bodyPr vert="horz" lIns="137160" tIns="68580" rIns="137160" bIns="68580" rtlCol="0" anchor="t">
            <a:normAutofit/>
          </a:bodyPr>
          <a:lstStyle/>
          <a:p>
            <a:pPr indent="-342900" defTabSz="1371600">
              <a:lnSpc>
                <a:spcPct val="90000"/>
              </a:lnSpc>
              <a:spcAft>
                <a:spcPts val="900"/>
              </a:spcAft>
              <a:buFont typeface="Arial" panose="020B0604020202020204" pitchFamily="34" charset="0"/>
              <a:buChar char="•"/>
            </a:pPr>
            <a:endParaRPr lang="en-US" sz="2250" dirty="0"/>
          </a:p>
          <a:p>
            <a:pPr indent="-342900" defTabSz="1371600">
              <a:lnSpc>
                <a:spcPct val="90000"/>
              </a:lnSpc>
              <a:spcAft>
                <a:spcPts val="900"/>
              </a:spcAft>
              <a:buFont typeface="Arial" panose="020B0604020202020204" pitchFamily="34" charset="0"/>
              <a:buChar char="•"/>
            </a:pPr>
            <a:endParaRPr lang="en-US" sz="2250" dirty="0"/>
          </a:p>
          <a:p>
            <a:pPr defTabSz="1371600">
              <a:lnSpc>
                <a:spcPct val="90000"/>
              </a:lnSpc>
              <a:spcAft>
                <a:spcPts val="900"/>
              </a:spcAft>
            </a:pPr>
            <a:endParaRPr lang="en-US" sz="2250" dirty="0"/>
          </a:p>
        </p:txBody>
      </p:sp>
      <p:sp>
        <p:nvSpPr>
          <p:cNvPr id="9" name="TextBox 8">
            <a:extLst>
              <a:ext uri="{FF2B5EF4-FFF2-40B4-BE49-F238E27FC236}">
                <a16:creationId xmlns:a16="http://schemas.microsoft.com/office/drawing/2014/main" id="{5B50584B-7DFA-8542-58E8-AB016C3E66D9}"/>
              </a:ext>
            </a:extLst>
          </p:cNvPr>
          <p:cNvSpPr txBox="1"/>
          <p:nvPr/>
        </p:nvSpPr>
        <p:spPr>
          <a:xfrm>
            <a:off x="1012372" y="457201"/>
            <a:ext cx="184731" cy="507831"/>
          </a:xfrm>
          <a:prstGeom prst="rect">
            <a:avLst/>
          </a:prstGeom>
          <a:noFill/>
        </p:spPr>
        <p:txBody>
          <a:bodyPr wrap="none" rtlCol="0">
            <a:spAutoFit/>
          </a:bodyPr>
          <a:lstStyle/>
          <a:p>
            <a:endParaRPr lang="en-GB" sz="2700" dirty="0"/>
          </a:p>
        </p:txBody>
      </p:sp>
    </p:spTree>
    <p:extLst>
      <p:ext uri="{BB962C8B-B14F-4D97-AF65-F5344CB8AC3E}">
        <p14:creationId xmlns:p14="http://schemas.microsoft.com/office/powerpoint/2010/main" val="1490315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8B0AB3-0C03-7CD5-6CF1-E07900C2E5CD}"/>
            </a:ext>
          </a:extLst>
        </p:cNvPr>
        <p:cNvGrpSpPr/>
        <p:nvPr/>
      </p:nvGrpSpPr>
      <p:grpSpPr>
        <a:xfrm>
          <a:off x="0" y="0"/>
          <a:ext cx="0" cy="0"/>
          <a:chOff x="0" y="0"/>
          <a:chExt cx="0" cy="0"/>
        </a:xfrm>
      </p:grpSpPr>
      <p:sp>
        <p:nvSpPr>
          <p:cNvPr id="50" name="Rectangle 4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8287999" cy="10287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TextBox 8">
            <a:extLst>
              <a:ext uri="{FF2B5EF4-FFF2-40B4-BE49-F238E27FC236}">
                <a16:creationId xmlns:a16="http://schemas.microsoft.com/office/drawing/2014/main" id="{7FBE95D1-4D92-AD18-6B84-6A0ACD013036}"/>
              </a:ext>
            </a:extLst>
          </p:cNvPr>
          <p:cNvSpPr txBox="1"/>
          <p:nvPr/>
        </p:nvSpPr>
        <p:spPr>
          <a:xfrm>
            <a:off x="1943100" y="1004887"/>
            <a:ext cx="7200900" cy="198834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400" b="1" dirty="0">
                <a:solidFill>
                  <a:schemeClr val="bg1"/>
                </a:solidFill>
                <a:latin typeface="+mj-lt"/>
                <a:ea typeface="+mj-ea"/>
                <a:cs typeface="+mj-cs"/>
              </a:rPr>
              <a:t>Upskilling Change Makers</a:t>
            </a:r>
          </a:p>
        </p:txBody>
      </p:sp>
      <p:cxnSp>
        <p:nvCxnSpPr>
          <p:cNvPr id="52" name="Straight Connector 5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3039510"/>
            <a:ext cx="9143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extBox 8">
            <a:extLst>
              <a:ext uri="{FF2B5EF4-FFF2-40B4-BE49-F238E27FC236}">
                <a16:creationId xmlns:a16="http://schemas.microsoft.com/office/drawing/2014/main" id="{97C00B20-6098-C394-8C79-7BD024318FA8}"/>
              </a:ext>
            </a:extLst>
          </p:cNvPr>
          <p:cNvSpPr txBox="1"/>
          <p:nvPr/>
        </p:nvSpPr>
        <p:spPr>
          <a:xfrm>
            <a:off x="1943100" y="3433249"/>
            <a:ext cx="7200900" cy="5567357"/>
          </a:xfrm>
          <a:prstGeom prst="rect">
            <a:avLst/>
          </a:prstGeom>
        </p:spPr>
        <p:txBody>
          <a:bodyPr vert="horz" lIns="91440" tIns="45720" rIns="91440" bIns="45720" rtlCol="0">
            <a:normAutofit fontScale="85000" lnSpcReduction="20000"/>
          </a:bodyPr>
          <a:lstStyle/>
          <a:p>
            <a:pPr indent="-228600" fontAlgn="base">
              <a:lnSpc>
                <a:spcPct val="90000"/>
              </a:lnSpc>
              <a:spcAft>
                <a:spcPts val="600"/>
              </a:spcAft>
              <a:buFont typeface="Arial" panose="020B0604020202020204" pitchFamily="34" charset="0"/>
              <a:buChar char="•"/>
            </a:pPr>
            <a:r>
              <a:rPr lang="en-US" sz="2200" b="1" dirty="0">
                <a:solidFill>
                  <a:schemeClr val="bg1"/>
                </a:solidFill>
              </a:rPr>
              <a:t>Influencing change:</a:t>
            </a:r>
          </a:p>
          <a:p>
            <a:pPr fontAlgn="base">
              <a:lnSpc>
                <a:spcPct val="90000"/>
              </a:lnSpc>
              <a:spcAft>
                <a:spcPts val="600"/>
              </a:spcAft>
            </a:pPr>
            <a:br>
              <a:rPr lang="en-US" sz="2200" dirty="0">
                <a:solidFill>
                  <a:schemeClr val="bg1"/>
                </a:solidFill>
              </a:rPr>
            </a:br>
            <a:endParaRPr lang="en-US" sz="2200" dirty="0">
              <a:solidFill>
                <a:schemeClr val="bg1"/>
              </a:solidFill>
            </a:endParaRPr>
          </a:p>
          <a:p>
            <a:pPr marL="342900" lvl="0" indent="-228600" fontAlgn="base">
              <a:lnSpc>
                <a:spcPct val="90000"/>
              </a:lnSpc>
              <a:spcAft>
                <a:spcPts val="600"/>
              </a:spcAft>
              <a:buFont typeface="Arial" panose="020B0604020202020204" pitchFamily="34" charset="0"/>
              <a:buChar char="•"/>
            </a:pPr>
            <a:r>
              <a:rPr lang="en-US" sz="2200" dirty="0">
                <a:solidFill>
                  <a:schemeClr val="bg1"/>
                </a:solidFill>
              </a:rPr>
              <a:t>The Scoop's Content Editor from the Scoop - Elle Placide - went to the #iwill national meet up event in London </a:t>
            </a:r>
            <a:r>
              <a:rPr lang="en-US" sz="2200" dirty="0">
                <a:solidFill>
                  <a:schemeClr val="bg1"/>
                </a:solidFill>
                <a:hlinkClick r:id="rId3" tooltip="Original URL: https://www.instagram.com/p/DdZP0boEXay/?utm_source=ig_web_copy_link&amp;stkn=MzRlODBiNWFlZA==. Click or tap if you trust this link."/>
              </a:rPr>
              <a:t>https://www.instagram.com/p/DdZP0boEXay/?utm_source=ig_web_copy_link&amp;stkn=MzRlODBiNWFlZA==</a:t>
            </a:r>
            <a:endParaRPr lang="en-US" sz="2200" dirty="0">
              <a:solidFill>
                <a:schemeClr val="bg1"/>
              </a:solidFill>
            </a:endParaRPr>
          </a:p>
          <a:p>
            <a:pPr marL="342900" lvl="0" indent="-228600" fontAlgn="base">
              <a:lnSpc>
                <a:spcPct val="90000"/>
              </a:lnSpc>
              <a:spcAft>
                <a:spcPts val="600"/>
              </a:spcAft>
              <a:buFont typeface="Arial" panose="020B0604020202020204" pitchFamily="34" charset="0"/>
              <a:buChar char="•"/>
            </a:pPr>
            <a:r>
              <a:rPr lang="en-US" sz="2200" dirty="0">
                <a:solidFill>
                  <a:schemeClr val="bg1"/>
                </a:solidFill>
              </a:rPr>
              <a:t>Elle is also hosting an event at the Station showing the Postcodes film with Q and A </a:t>
            </a:r>
          </a:p>
          <a:p>
            <a:pPr fontAlgn="base">
              <a:lnSpc>
                <a:spcPct val="90000"/>
              </a:lnSpc>
              <a:spcAft>
                <a:spcPts val="600"/>
              </a:spcAft>
            </a:pPr>
            <a:br>
              <a:rPr lang="en-US" sz="2200" dirty="0">
                <a:solidFill>
                  <a:schemeClr val="bg1"/>
                </a:solidFill>
              </a:rPr>
            </a:br>
            <a:endParaRPr lang="en-US" sz="2200" dirty="0">
              <a:solidFill>
                <a:schemeClr val="bg1"/>
              </a:solidFill>
            </a:endParaRPr>
          </a:p>
          <a:p>
            <a:pPr indent="-228600" fontAlgn="base">
              <a:lnSpc>
                <a:spcPct val="90000"/>
              </a:lnSpc>
              <a:spcAft>
                <a:spcPts val="600"/>
              </a:spcAft>
              <a:buFont typeface="Arial" panose="020B0604020202020204" pitchFamily="34" charset="0"/>
              <a:buChar char="•"/>
            </a:pPr>
            <a:r>
              <a:rPr lang="en-US" sz="2200" b="1" dirty="0">
                <a:solidFill>
                  <a:schemeClr val="bg1"/>
                </a:solidFill>
              </a:rPr>
              <a:t>Training and Mentoring:</a:t>
            </a:r>
            <a:br>
              <a:rPr lang="en-US" sz="2200" dirty="0">
                <a:solidFill>
                  <a:schemeClr val="bg1"/>
                </a:solidFill>
              </a:rPr>
            </a:br>
            <a:endParaRPr lang="en-US" sz="2200" dirty="0">
              <a:solidFill>
                <a:schemeClr val="bg1"/>
              </a:solidFill>
            </a:endParaRPr>
          </a:p>
          <a:p>
            <a:pPr marL="342900" lvl="0" indent="-228600" fontAlgn="base">
              <a:lnSpc>
                <a:spcPct val="90000"/>
              </a:lnSpc>
              <a:spcAft>
                <a:spcPts val="600"/>
              </a:spcAft>
              <a:buFont typeface="Arial" panose="020B0604020202020204" pitchFamily="34" charset="0"/>
              <a:buChar char="•"/>
            </a:pPr>
            <a:r>
              <a:rPr lang="en-US" sz="2200" dirty="0">
                <a:solidFill>
                  <a:schemeClr val="bg1"/>
                </a:solidFill>
              </a:rPr>
              <a:t>Partnership to produce podcasts with </a:t>
            </a:r>
            <a:r>
              <a:rPr lang="en-US" sz="2200" dirty="0" err="1">
                <a:solidFill>
                  <a:schemeClr val="bg1"/>
                </a:solidFill>
              </a:rPr>
              <a:t>radiostation</a:t>
            </a:r>
            <a:r>
              <a:rPr lang="en-US" sz="2200" dirty="0">
                <a:solidFill>
                  <a:schemeClr val="bg1"/>
                </a:solidFill>
              </a:rPr>
              <a:t> </a:t>
            </a:r>
            <a:r>
              <a:rPr lang="en-US" sz="2200" dirty="0" err="1">
                <a:solidFill>
                  <a:schemeClr val="bg1"/>
                </a:solidFill>
              </a:rPr>
              <a:t>Noods</a:t>
            </a:r>
            <a:r>
              <a:rPr lang="en-US" sz="2200" dirty="0">
                <a:solidFill>
                  <a:schemeClr val="bg1"/>
                </a:solidFill>
              </a:rPr>
              <a:t> and Ujima in progress and likely to start in October. </a:t>
            </a:r>
          </a:p>
          <a:p>
            <a:pPr marL="342900" lvl="0" indent="-228600" fontAlgn="base">
              <a:lnSpc>
                <a:spcPct val="90000"/>
              </a:lnSpc>
              <a:spcAft>
                <a:spcPts val="600"/>
              </a:spcAft>
              <a:buFont typeface="Arial" panose="020B0604020202020204" pitchFamily="34" charset="0"/>
              <a:buChar char="•"/>
            </a:pPr>
            <a:r>
              <a:rPr lang="en-US" sz="2200" dirty="0">
                <a:solidFill>
                  <a:schemeClr val="bg1"/>
                </a:solidFill>
              </a:rPr>
              <a:t>Training with People’s Media over the Summer – story telling and ethics.</a:t>
            </a:r>
          </a:p>
          <a:p>
            <a:pPr marL="342900" lvl="0" indent="-228600" fontAlgn="base">
              <a:lnSpc>
                <a:spcPct val="90000"/>
              </a:lnSpc>
              <a:spcAft>
                <a:spcPts val="600"/>
              </a:spcAft>
              <a:buFont typeface="Arial" panose="020B0604020202020204" pitchFamily="34" charset="0"/>
              <a:buChar char="•"/>
            </a:pPr>
            <a:r>
              <a:rPr lang="en-US" sz="2200" dirty="0">
                <a:solidFill>
                  <a:schemeClr val="bg1"/>
                </a:solidFill>
              </a:rPr>
              <a:t>In house training ongoing from the Youth Voice and Comms Team at CYN. </a:t>
            </a:r>
          </a:p>
          <a:p>
            <a:pPr marL="342900" lvl="0" indent="-228600" fontAlgn="base">
              <a:lnSpc>
                <a:spcPct val="90000"/>
              </a:lnSpc>
              <a:spcAft>
                <a:spcPts val="600"/>
              </a:spcAft>
              <a:buFont typeface="Arial" panose="020B0604020202020204" pitchFamily="34" charset="0"/>
              <a:buChar char="•"/>
            </a:pPr>
            <a:r>
              <a:rPr lang="en-US" sz="2200" dirty="0">
                <a:solidFill>
                  <a:schemeClr val="bg1"/>
                </a:solidFill>
              </a:rPr>
              <a:t>Conversations with magazine Crack on offering some training on repurposing content. </a:t>
            </a:r>
          </a:p>
          <a:p>
            <a:pPr>
              <a:lnSpc>
                <a:spcPct val="90000"/>
              </a:lnSpc>
              <a:spcAft>
                <a:spcPts val="600"/>
              </a:spcAft>
            </a:pPr>
            <a:br>
              <a:rPr lang="en-US" sz="1400" dirty="0">
                <a:solidFill>
                  <a:schemeClr val="bg1"/>
                </a:solidFill>
              </a:rPr>
            </a:br>
            <a:endParaRPr lang="en-US" sz="1400" b="1" dirty="0">
              <a:solidFill>
                <a:schemeClr val="bg1"/>
              </a:solidFill>
              <a:sym typeface="Avenir"/>
            </a:endParaRPr>
          </a:p>
          <a:p>
            <a:pPr indent="-228600">
              <a:lnSpc>
                <a:spcPct val="90000"/>
              </a:lnSpc>
              <a:spcAft>
                <a:spcPts val="600"/>
              </a:spcAft>
              <a:buFont typeface="Arial" panose="020B0604020202020204" pitchFamily="34" charset="0"/>
              <a:buChar char="•"/>
            </a:pPr>
            <a:endParaRPr lang="en-US" sz="1400" dirty="0">
              <a:solidFill>
                <a:schemeClr val="bg1"/>
              </a:solidFill>
              <a:sym typeface="Avenir"/>
            </a:endParaRPr>
          </a:p>
          <a:p>
            <a:pPr indent="-228600">
              <a:lnSpc>
                <a:spcPct val="90000"/>
              </a:lnSpc>
              <a:spcAft>
                <a:spcPts val="600"/>
              </a:spcAft>
              <a:buFont typeface="Arial" panose="020B0604020202020204" pitchFamily="34" charset="0"/>
              <a:buChar char="•"/>
            </a:pPr>
            <a:endParaRPr lang="en-US" sz="1400" dirty="0">
              <a:solidFill>
                <a:schemeClr val="bg1"/>
              </a:solidFill>
              <a:sym typeface="Avenir"/>
            </a:endParaRPr>
          </a:p>
          <a:p>
            <a:pPr marL="457200" indent="-228600">
              <a:lnSpc>
                <a:spcPct val="90000"/>
              </a:lnSpc>
              <a:spcAft>
                <a:spcPts val="600"/>
              </a:spcAft>
              <a:buFont typeface="Arial" panose="020B0604020202020204" pitchFamily="34" charset="0"/>
              <a:buChar char="•"/>
            </a:pPr>
            <a:endParaRPr lang="en-US" sz="1400" dirty="0">
              <a:solidFill>
                <a:schemeClr val="bg1"/>
              </a:solidFill>
              <a:sym typeface="Avenir"/>
            </a:endParaRPr>
          </a:p>
          <a:p>
            <a:pPr indent="-228600">
              <a:lnSpc>
                <a:spcPct val="90000"/>
              </a:lnSpc>
              <a:spcAft>
                <a:spcPts val="600"/>
              </a:spcAft>
              <a:buFont typeface="Arial" panose="020B0604020202020204" pitchFamily="34" charset="0"/>
              <a:buChar char="•"/>
            </a:pPr>
            <a:endParaRPr lang="en-US" sz="1400" dirty="0">
              <a:solidFill>
                <a:schemeClr val="bg1"/>
              </a:solidFill>
              <a:sym typeface="Avenir"/>
            </a:endParaRPr>
          </a:p>
        </p:txBody>
      </p:sp>
      <p:pic>
        <p:nvPicPr>
          <p:cNvPr id="12" name="Picture 11">
            <a:extLst>
              <a:ext uri="{FF2B5EF4-FFF2-40B4-BE49-F238E27FC236}">
                <a16:creationId xmlns:a16="http://schemas.microsoft.com/office/drawing/2014/main" id="{98177E0B-D96F-06AF-B55B-320EAA74A6A5}"/>
              </a:ext>
            </a:extLst>
          </p:cNvPr>
          <p:cNvPicPr>
            <a:picLocks noChangeAspect="1"/>
          </p:cNvPicPr>
          <p:nvPr/>
        </p:nvPicPr>
        <p:blipFill>
          <a:blip r:embed="rId4">
            <a:extLst>
              <a:ext uri="{28A0092B-C50C-407E-A947-70E740481C1C}">
                <a14:useLocalDpi xmlns:a14="http://schemas.microsoft.com/office/drawing/2010/main" val="0"/>
              </a:ext>
            </a:extLst>
          </a:blip>
          <a:stretch/>
        </p:blipFill>
        <p:spPr>
          <a:xfrm>
            <a:off x="11369683" y="554869"/>
            <a:ext cx="2579172" cy="4176798"/>
          </a:xfrm>
          <a:prstGeom prst="rect">
            <a:avLst/>
          </a:prstGeom>
        </p:spPr>
      </p:pic>
      <p:sp>
        <p:nvSpPr>
          <p:cNvPr id="54" name="Rectangle 53">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47404" y="274288"/>
            <a:ext cx="5994392" cy="476624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0F31A2D-E176-404D-FD90-3C7C897083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12661072" y="6117500"/>
            <a:ext cx="4176798" cy="3132598"/>
          </a:xfrm>
          <a:prstGeom prst="rect">
            <a:avLst/>
          </a:prstGeom>
        </p:spPr>
      </p:pic>
      <p:sp>
        <p:nvSpPr>
          <p:cNvPr id="56" name="Rectangle 55">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7606" y="5314819"/>
            <a:ext cx="5994392" cy="476624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312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53CBDD-6C3E-F80F-35E8-D2835894FF5F}"/>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TextBox 8">
            <a:extLst>
              <a:ext uri="{FF2B5EF4-FFF2-40B4-BE49-F238E27FC236}">
                <a16:creationId xmlns:a16="http://schemas.microsoft.com/office/drawing/2014/main" id="{1E7616FA-2A9B-47B6-287D-07B8D5D7CA09}"/>
              </a:ext>
            </a:extLst>
          </p:cNvPr>
          <p:cNvSpPr txBox="1"/>
          <p:nvPr/>
        </p:nvSpPr>
        <p:spPr>
          <a:xfrm>
            <a:off x="1257300" y="673081"/>
            <a:ext cx="7061506" cy="183847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700">
                <a:solidFill>
                  <a:schemeClr val="bg1"/>
                </a:solidFill>
                <a:latin typeface="+mj-lt"/>
                <a:ea typeface="+mj-ea"/>
                <a:cs typeface="+mj-cs"/>
              </a:rPr>
              <a:t> </a:t>
            </a:r>
            <a:r>
              <a:rPr lang="en-US" sz="5700" b="1">
                <a:solidFill>
                  <a:schemeClr val="bg1"/>
                </a:solidFill>
                <a:latin typeface="+mj-lt"/>
                <a:ea typeface="+mj-ea"/>
                <a:cs typeface="+mj-cs"/>
              </a:rPr>
              <a:t>Digital Youth Voice Micro Commissions</a:t>
            </a:r>
          </a:p>
        </p:txBody>
      </p:sp>
      <p:cxnSp>
        <p:nvCxnSpPr>
          <p:cNvPr id="30" name="Straight Connector 29">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47809" y="2624634"/>
            <a:ext cx="707745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extBox 8">
            <a:extLst>
              <a:ext uri="{FF2B5EF4-FFF2-40B4-BE49-F238E27FC236}">
                <a16:creationId xmlns:a16="http://schemas.microsoft.com/office/drawing/2014/main" id="{8B1DAABF-1366-9705-D361-0305824A9D10}"/>
              </a:ext>
            </a:extLst>
          </p:cNvPr>
          <p:cNvSpPr txBox="1"/>
          <p:nvPr/>
        </p:nvSpPr>
        <p:spPr>
          <a:xfrm>
            <a:off x="1346653" y="2863788"/>
            <a:ext cx="6879770" cy="5471565"/>
          </a:xfrm>
          <a:prstGeom prst="rect">
            <a:avLst/>
          </a:prstGeom>
        </p:spPr>
        <p:txBody>
          <a:bodyPr vert="horz" lIns="91440" tIns="45720" rIns="91440" bIns="45720" rtlCol="0">
            <a:normAutofit/>
          </a:bodyPr>
          <a:lstStyle/>
          <a:p>
            <a:pPr marL="457200" indent="-228600">
              <a:lnSpc>
                <a:spcPct val="90000"/>
              </a:lnSpc>
              <a:spcAft>
                <a:spcPts val="600"/>
              </a:spcAft>
              <a:buFont typeface="Arial" panose="020B0604020202020204" pitchFamily="34" charset="0"/>
              <a:buChar char="•"/>
            </a:pPr>
            <a:endParaRPr lang="en-US" sz="2600">
              <a:solidFill>
                <a:schemeClr val="bg1"/>
              </a:solidFill>
              <a:sym typeface="Avenir"/>
            </a:endParaRPr>
          </a:p>
          <a:p>
            <a:pPr indent="-228600">
              <a:lnSpc>
                <a:spcPct val="90000"/>
              </a:lnSpc>
              <a:spcAft>
                <a:spcPts val="600"/>
              </a:spcAft>
              <a:buFont typeface="Arial" panose="020B0604020202020204" pitchFamily="34" charset="0"/>
              <a:buChar char="•"/>
            </a:pPr>
            <a:r>
              <a:rPr lang="en-US" sz="2600" b="1">
                <a:solidFill>
                  <a:schemeClr val="bg1"/>
                </a:solidFill>
                <a:sym typeface="Avenir"/>
              </a:rPr>
              <a:t>Micro Commissions</a:t>
            </a:r>
          </a:p>
          <a:p>
            <a:pPr marL="457200" indent="-228600">
              <a:lnSpc>
                <a:spcPct val="90000"/>
              </a:lnSpc>
              <a:spcAft>
                <a:spcPts val="600"/>
              </a:spcAft>
              <a:buFont typeface="Arial" panose="020B0604020202020204" pitchFamily="34" charset="0"/>
              <a:buChar char="•"/>
            </a:pPr>
            <a:r>
              <a:rPr lang="en-US" sz="2600">
                <a:solidFill>
                  <a:schemeClr val="bg1"/>
                </a:solidFill>
                <a:sym typeface="Avenir"/>
              </a:rPr>
              <a:t>Invitation to support young people to apply for a micro commission of £500</a:t>
            </a:r>
          </a:p>
          <a:p>
            <a:pPr marL="457200" indent="-228600">
              <a:lnSpc>
                <a:spcPct val="90000"/>
              </a:lnSpc>
              <a:spcAft>
                <a:spcPts val="600"/>
              </a:spcAft>
              <a:buFont typeface="Arial" panose="020B0604020202020204" pitchFamily="34" charset="0"/>
              <a:buChar char="•"/>
            </a:pPr>
            <a:r>
              <a:rPr lang="en-US" sz="2600">
                <a:solidFill>
                  <a:schemeClr val="bg1"/>
                </a:solidFill>
                <a:sym typeface="Avenir"/>
              </a:rPr>
              <a:t>Brief: to create a long form piece of content on an issue or subject important to them</a:t>
            </a:r>
          </a:p>
          <a:p>
            <a:pPr marL="457200" indent="-228600">
              <a:lnSpc>
                <a:spcPct val="90000"/>
              </a:lnSpc>
              <a:spcAft>
                <a:spcPts val="600"/>
              </a:spcAft>
              <a:buFont typeface="Arial" panose="020B0604020202020204" pitchFamily="34" charset="0"/>
              <a:buChar char="•"/>
            </a:pPr>
            <a:r>
              <a:rPr lang="en-US" sz="2600">
                <a:solidFill>
                  <a:schemeClr val="bg1"/>
                </a:solidFill>
                <a:sym typeface="Avenir"/>
              </a:rPr>
              <a:t>Rolling deadlines – applications reviewed every 2 weeks</a:t>
            </a:r>
          </a:p>
          <a:p>
            <a:pPr marL="457200" indent="-228600">
              <a:lnSpc>
                <a:spcPct val="90000"/>
              </a:lnSpc>
              <a:spcAft>
                <a:spcPts val="600"/>
              </a:spcAft>
              <a:buFont typeface="Arial" panose="020B0604020202020204" pitchFamily="34" charset="0"/>
              <a:buChar char="•"/>
            </a:pPr>
            <a:endParaRPr lang="en-US" sz="2600" b="1">
              <a:solidFill>
                <a:schemeClr val="bg1"/>
              </a:solidFill>
              <a:sym typeface="Avenir"/>
            </a:endParaRPr>
          </a:p>
          <a:p>
            <a:pPr indent="-228600">
              <a:lnSpc>
                <a:spcPct val="90000"/>
              </a:lnSpc>
              <a:spcAft>
                <a:spcPts val="600"/>
              </a:spcAft>
              <a:buFont typeface="Arial" panose="020B0604020202020204" pitchFamily="34" charset="0"/>
              <a:buChar char="•"/>
            </a:pPr>
            <a:r>
              <a:rPr lang="en-US" sz="2600" b="1">
                <a:solidFill>
                  <a:schemeClr val="bg1"/>
                </a:solidFill>
                <a:sym typeface="Avenir"/>
              </a:rPr>
              <a:t>Steering Group</a:t>
            </a:r>
          </a:p>
          <a:p>
            <a:pPr marL="457200" indent="-228600">
              <a:lnSpc>
                <a:spcPct val="90000"/>
              </a:lnSpc>
              <a:spcAft>
                <a:spcPts val="600"/>
              </a:spcAft>
              <a:buFont typeface="Arial" panose="020B0604020202020204" pitchFamily="34" charset="0"/>
              <a:buChar char="•"/>
            </a:pPr>
            <a:r>
              <a:rPr lang="en-US" sz="2600">
                <a:solidFill>
                  <a:schemeClr val="bg1"/>
                </a:solidFill>
                <a:sym typeface="Avenir"/>
              </a:rPr>
              <a:t>Invitation to join the Monthly Digital Youth Voice Steering group </a:t>
            </a:r>
          </a:p>
          <a:p>
            <a:pPr marL="457200" indent="-228600">
              <a:lnSpc>
                <a:spcPct val="90000"/>
              </a:lnSpc>
              <a:spcAft>
                <a:spcPts val="600"/>
              </a:spcAft>
              <a:buFont typeface="Arial" panose="020B0604020202020204" pitchFamily="34" charset="0"/>
              <a:buChar char="•"/>
            </a:pPr>
            <a:r>
              <a:rPr lang="en-US" sz="2600">
                <a:solidFill>
                  <a:schemeClr val="bg1"/>
                </a:solidFill>
                <a:sym typeface="Avenir"/>
              </a:rPr>
              <a:t>Opportunities for training and networking.</a:t>
            </a:r>
          </a:p>
          <a:p>
            <a:pPr marL="457200" indent="-228600">
              <a:lnSpc>
                <a:spcPct val="90000"/>
              </a:lnSpc>
              <a:spcAft>
                <a:spcPts val="600"/>
              </a:spcAft>
              <a:buFont typeface="Arial" panose="020B0604020202020204" pitchFamily="34" charset="0"/>
              <a:buChar char="•"/>
            </a:pPr>
            <a:endParaRPr lang="en-US" sz="2600">
              <a:solidFill>
                <a:schemeClr val="bg1"/>
              </a:solidFill>
              <a:sym typeface="Avenir"/>
            </a:endParaRPr>
          </a:p>
          <a:p>
            <a:pPr indent="-228600">
              <a:lnSpc>
                <a:spcPct val="90000"/>
              </a:lnSpc>
              <a:spcAft>
                <a:spcPts val="600"/>
              </a:spcAft>
              <a:buFont typeface="Arial" panose="020B0604020202020204" pitchFamily="34" charset="0"/>
              <a:buChar char="•"/>
            </a:pPr>
            <a:endParaRPr lang="en-US" sz="2600">
              <a:solidFill>
                <a:schemeClr val="bg1"/>
              </a:solidFill>
              <a:sym typeface="Avenir"/>
            </a:endParaRPr>
          </a:p>
          <a:p>
            <a:pPr marL="457200" indent="-228600">
              <a:lnSpc>
                <a:spcPct val="90000"/>
              </a:lnSpc>
              <a:spcAft>
                <a:spcPts val="600"/>
              </a:spcAft>
              <a:buFont typeface="Arial" panose="020B0604020202020204" pitchFamily="34" charset="0"/>
              <a:buChar char="•"/>
            </a:pPr>
            <a:endParaRPr lang="en-US" sz="2600">
              <a:solidFill>
                <a:schemeClr val="bg1"/>
              </a:solidFill>
              <a:sym typeface="Avenir"/>
            </a:endParaRPr>
          </a:p>
          <a:p>
            <a:pPr indent="-228600">
              <a:lnSpc>
                <a:spcPct val="90000"/>
              </a:lnSpc>
              <a:spcAft>
                <a:spcPts val="600"/>
              </a:spcAft>
              <a:buFont typeface="Arial" panose="020B0604020202020204" pitchFamily="34" charset="0"/>
              <a:buChar char="•"/>
            </a:pPr>
            <a:endParaRPr lang="en-US" sz="2600">
              <a:solidFill>
                <a:schemeClr val="bg1"/>
              </a:solidFill>
              <a:sym typeface="Avenir"/>
            </a:endParaRPr>
          </a:p>
        </p:txBody>
      </p:sp>
      <p:cxnSp>
        <p:nvCxnSpPr>
          <p:cNvPr id="32" name="Straight Connector 31">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51040" y="8561508"/>
            <a:ext cx="707099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70B0D782-80D5-C8D2-6157-8DAEE9DA83FC}"/>
              </a:ext>
            </a:extLst>
          </p:cNvPr>
          <p:cNvPicPr>
            <a:picLocks noChangeAspect="1"/>
          </p:cNvPicPr>
          <p:nvPr/>
        </p:nvPicPr>
        <p:blipFill>
          <a:blip r:embed="rId2">
            <a:extLst>
              <a:ext uri="{28A0092B-C50C-407E-A947-70E740481C1C}">
                <a14:useLocalDpi xmlns:a14="http://schemas.microsoft.com/office/drawing/2010/main" val="0"/>
              </a:ext>
            </a:extLst>
          </a:blip>
          <a:srcRect b="29805"/>
          <a:stretch>
            <a:fillRect/>
          </a:stretch>
        </p:blipFill>
        <p:spPr>
          <a:xfrm>
            <a:off x="9788179" y="10"/>
            <a:ext cx="8499821" cy="10286990"/>
          </a:xfrm>
          <a:prstGeom prst="rect">
            <a:avLst/>
          </a:prstGeom>
        </p:spPr>
      </p:pic>
    </p:spTree>
    <p:extLst>
      <p:ext uri="{BB962C8B-B14F-4D97-AF65-F5344CB8AC3E}">
        <p14:creationId xmlns:p14="http://schemas.microsoft.com/office/powerpoint/2010/main" val="3882685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9A9B48-A60F-A70A-52B9-18596AA46177}"/>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3">
            <a:extLst>
              <a:ext uri="{FF2B5EF4-FFF2-40B4-BE49-F238E27FC236}">
                <a16:creationId xmlns:a16="http://schemas.microsoft.com/office/drawing/2014/main" id="{747AB5AB-75B5-561F-B875-1DE68382C194}"/>
              </a:ext>
            </a:extLst>
          </p:cNvPr>
          <p:cNvSpPr txBox="1"/>
          <p:nvPr/>
        </p:nvSpPr>
        <p:spPr>
          <a:xfrm>
            <a:off x="1092994" y="2133600"/>
            <a:ext cx="8051006" cy="3581400"/>
          </a:xfrm>
          <a:prstGeom prst="rect">
            <a:avLst/>
          </a:prstGeom>
        </p:spPr>
        <p:txBody>
          <a:bodyPr vert="horz" lIns="91440" tIns="45720" rIns="91440" bIns="45720" rtlCol="0" anchor="b">
            <a:normAutofit/>
          </a:bodyPr>
          <a:lstStyle/>
          <a:p>
            <a:pPr marL="0" lvl="0" indent="0">
              <a:lnSpc>
                <a:spcPct val="90000"/>
              </a:lnSpc>
              <a:spcBef>
                <a:spcPct val="0"/>
              </a:spcBef>
              <a:spcAft>
                <a:spcPts val="600"/>
              </a:spcAft>
            </a:pPr>
            <a:r>
              <a:rPr lang="en-US" sz="7500" b="1" kern="1200" spc="359">
                <a:solidFill>
                  <a:schemeClr val="bg1"/>
                </a:solidFill>
                <a:latin typeface="+mj-lt"/>
                <a:ea typeface="+mj-ea"/>
                <a:cs typeface="+mj-cs"/>
                <a:sym typeface="Mont Bold"/>
              </a:rPr>
              <a:t>TO APPLY SCAN THE QR CODE</a:t>
            </a:r>
          </a:p>
        </p:txBody>
      </p:sp>
      <p:sp>
        <p:nvSpPr>
          <p:cNvPr id="40" name="Rectangle 39">
            <a:extLst>
              <a:ext uri="{FF2B5EF4-FFF2-40B4-BE49-F238E27FC236}">
                <a16:creationId xmlns:a16="http://schemas.microsoft.com/office/drawing/2014/main" id="{1A89CBBC-7743-43D9-A324-25CB472E9B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51168" y="958273"/>
            <a:ext cx="8258173" cy="821346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62FD799-16C8-0C2B-00CC-26A2DCFC7C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3208" y="1584454"/>
            <a:ext cx="6874091" cy="6961106"/>
          </a:xfrm>
          <a:prstGeom prst="rect">
            <a:avLst/>
          </a:prstGeom>
        </p:spPr>
      </p:pic>
    </p:spTree>
    <p:extLst>
      <p:ext uri="{BB962C8B-B14F-4D97-AF65-F5344CB8AC3E}">
        <p14:creationId xmlns:p14="http://schemas.microsoft.com/office/powerpoint/2010/main" val="1420002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E978098D-0D55-F4A7-F89B-8A4D40909E6E}"/>
              </a:ext>
            </a:extLst>
          </p:cNvPr>
          <p:cNvSpPr>
            <a:spLocks noGrp="1"/>
          </p:cNvSpPr>
          <p:nvPr>
            <p:ph type="title"/>
          </p:nvPr>
        </p:nvSpPr>
        <p:spPr>
          <a:xfrm>
            <a:off x="1257300" y="1004887"/>
            <a:ext cx="6763419" cy="1988345"/>
          </a:xfrm>
        </p:spPr>
        <p:txBody>
          <a:bodyPr anchor="b">
            <a:normAutofit/>
          </a:bodyPr>
          <a:lstStyle/>
          <a:p>
            <a:pPr algn="r"/>
            <a:r>
              <a:rPr lang="en-US" b="1">
                <a:solidFill>
                  <a:schemeClr val="bg1"/>
                </a:solidFill>
              </a:rPr>
              <a:t>Round Table Discussion</a:t>
            </a:r>
            <a:endParaRPr lang="en-GB" b="1">
              <a:solidFill>
                <a:schemeClr val="bg1"/>
              </a:solidFill>
            </a:endParaRPr>
          </a:p>
        </p:txBody>
      </p:sp>
      <p:cxnSp>
        <p:nvCxnSpPr>
          <p:cNvPr id="17" name="Straight Connector 16">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89315" y="3039510"/>
            <a:ext cx="78314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5653E5A-A878-9339-8C08-D5503D0316C2}"/>
              </a:ext>
            </a:extLst>
          </p:cNvPr>
          <p:cNvSpPr>
            <a:spLocks noGrp="1"/>
          </p:cNvSpPr>
          <p:nvPr>
            <p:ph idx="1"/>
          </p:nvPr>
        </p:nvSpPr>
        <p:spPr>
          <a:xfrm>
            <a:off x="2089000" y="3598435"/>
            <a:ext cx="14109999" cy="5289216"/>
          </a:xfrm>
        </p:spPr>
        <p:txBody>
          <a:bodyPr>
            <a:normAutofit/>
          </a:bodyPr>
          <a:lstStyle/>
          <a:p>
            <a:r>
              <a:rPr lang="en-GB" sz="3600" dirty="0">
                <a:solidFill>
                  <a:schemeClr val="bg1"/>
                </a:solidFill>
              </a:rPr>
              <a:t>How do we use and share the information we are hearing from young people?</a:t>
            </a:r>
          </a:p>
          <a:p>
            <a:pPr marL="0" indent="0">
              <a:buNone/>
            </a:pPr>
            <a:endParaRPr lang="en-GB" sz="3600" dirty="0">
              <a:solidFill>
                <a:schemeClr val="bg1"/>
              </a:solidFill>
            </a:endParaRPr>
          </a:p>
          <a:p>
            <a:r>
              <a:rPr lang="en-GB" sz="3600" dirty="0">
                <a:solidFill>
                  <a:schemeClr val="bg1"/>
                </a:solidFill>
              </a:rPr>
              <a:t>How do we make sure young people are meaningfully involved, rather than simply consulted?</a:t>
            </a:r>
          </a:p>
          <a:p>
            <a:endParaRPr lang="en-GB" sz="3000" dirty="0">
              <a:solidFill>
                <a:schemeClr val="bg1"/>
              </a:solidFill>
            </a:endParaRPr>
          </a:p>
        </p:txBody>
      </p:sp>
      <p:sp>
        <p:nvSpPr>
          <p:cNvPr id="19" name="Rectangle 18">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309" y="172789"/>
            <a:ext cx="17909382" cy="9941421"/>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0150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C51614C82C0D4F90D58087B60FA09D" ma:contentTypeVersion="19" ma:contentTypeDescription="Create a new document." ma:contentTypeScope="" ma:versionID="2b6f29a36a2b5f619681858377123d48">
  <xsd:schema xmlns:xsd="http://www.w3.org/2001/XMLSchema" xmlns:xs="http://www.w3.org/2001/XMLSchema" xmlns:p="http://schemas.microsoft.com/office/2006/metadata/properties" xmlns:ns2="983433f7-b213-48bc-9802-dbdffd0430da" xmlns:ns3="d5210555-1c98-41f9-9dbf-0adcdf671b20" targetNamespace="http://schemas.microsoft.com/office/2006/metadata/properties" ma:root="true" ma:fieldsID="203a9e7a5069190351a49322b247ed29" ns2:_="" ns3:_="">
    <xsd:import namespace="983433f7-b213-48bc-9802-dbdffd0430da"/>
    <xsd:import namespace="d5210555-1c98-41f9-9dbf-0adcdf671b2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3433f7-b213-48bc-9802-dbdffd0430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cf50c9d-bc8f-48ed-ba3c-7168a5cdc8d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210555-1c98-41f9-9dbf-0adcdf671b20"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f254f8f-535b-4ad1-af67-751e66a029ea}" ma:internalName="TaxCatchAll" ma:showField="CatchAllData" ma:web="d5210555-1c98-41f9-9dbf-0adcdf671b2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5210555-1c98-41f9-9dbf-0adcdf671b20" xsi:nil="true"/>
    <lcf76f155ced4ddcb4097134ff3c332f xmlns="983433f7-b213-48bc-9802-dbdffd0430d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E89193F-297E-4B33-BD02-DC09FC4CB3F5}"/>
</file>

<file path=customXml/itemProps2.xml><?xml version="1.0" encoding="utf-8"?>
<ds:datastoreItem xmlns:ds="http://schemas.openxmlformats.org/officeDocument/2006/customXml" ds:itemID="{D277FD11-2932-4A6F-AA64-0143373DBD25}">
  <ds:schemaRefs>
    <ds:schemaRef ds:uri="http://schemas.microsoft.com/sharepoint/v3/contenttype/forms"/>
  </ds:schemaRefs>
</ds:datastoreItem>
</file>

<file path=customXml/itemProps3.xml><?xml version="1.0" encoding="utf-8"?>
<ds:datastoreItem xmlns:ds="http://schemas.openxmlformats.org/officeDocument/2006/customXml" ds:itemID="{47E924A6-5328-448A-A3E3-D5E016BD6D7A}">
  <ds:schemaRefs>
    <ds:schemaRef ds:uri="http://purl.org/dc/elements/1.1/"/>
    <ds:schemaRef ds:uri="http://schemas.microsoft.com/office/2006/documentManagement/types"/>
    <ds:schemaRef ds:uri="http://purl.org/dc/dcmitype/"/>
    <ds:schemaRef ds:uri="a7421e09-7936-48d0-973f-9c01ce2b732f"/>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463</Words>
  <Application>Microsoft Office PowerPoint</Application>
  <PresentationFormat>Custom</PresentationFormat>
  <Paragraphs>53</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Canva Sans</vt:lpstr>
      <vt:lpstr>Aptos</vt:lpstr>
      <vt:lpstr>Avenir</vt:lpstr>
      <vt:lpstr>Calibri</vt:lpstr>
      <vt:lpstr>Mont Bold</vt:lpstr>
      <vt:lpstr>Office Theme</vt:lpstr>
      <vt:lpstr>PowerPoint Presentation</vt:lpstr>
      <vt:lpstr>PowerPoint Presentation</vt:lpstr>
      <vt:lpstr>PowerPoint Presentation</vt:lpstr>
      <vt:lpstr>PowerPoint Presentation</vt:lpstr>
      <vt:lpstr>PowerPoint Presentation</vt:lpstr>
      <vt:lpstr>PowerPoint Presentation</vt:lpstr>
      <vt:lpstr>Digital Youth Voice Platform  ‘The Scoop’  Instagram launched (currently at 78 folllowers), youtube channel and website up and running by the end of September to host content.  First pieces of longform being released in September focusing on Education, Employment and Training  from our Content Editor and all 3 content creators: an animation, written blog and interview vlog.   How The Education System Fails Neurodivergent Students - The Scoop - Bristol Play and Youth Alliance  4 x commissions scheduled and in progress to bring in other young people's voices with a focus on: the experience of young carers, trans awareness, a Romanian young person looking at Heritage through folklore, and a female creative events collective.  </vt:lpstr>
      <vt:lpstr>PowerPoint Presentation</vt:lpstr>
      <vt:lpstr>PowerPoint Presentation</vt:lpstr>
      <vt:lpstr>PowerPoint Presentation</vt:lpstr>
      <vt:lpstr>Round Table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Presentation for WECA</dc:title>
  <dc:creator>Kate Webb</dc:creator>
  <cp:lastModifiedBy>Kate Webb</cp:lastModifiedBy>
  <cp:revision>3</cp:revision>
  <dcterms:created xsi:type="dcterms:W3CDTF">2006-08-16T00:00:00Z</dcterms:created>
  <dcterms:modified xsi:type="dcterms:W3CDTF">2026-10-05T13:44:02Z</dcterms:modified>
  <dc:identifier>DAHNfvQgwuk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0x0101002EC51614C82C0D4F90D58087B60FA09D</vt:lpwstr>
  </property>
</Properties>
</file>